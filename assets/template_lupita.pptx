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18288000" cx="10287000"/>
  <p:notesSz cx="6858000" cy="9144000"/>
  <p:embeddedFontLst>
    <p:embeddedFont>
      <p:font typeface="Archivo"/>
      <p:regular r:id="rId10"/>
      <p:bold r:id="rId11"/>
      <p:italic r:id="rId12"/>
      <p:boldItalic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760">
          <p15:clr>
            <a:srgbClr val="A4A3A4"/>
          </p15:clr>
        </p15:guide>
        <p15:guide id="2" pos="3240">
          <p15:clr>
            <a:srgbClr val="A4A3A4"/>
          </p15:clr>
        </p15:guide>
        <p15:guide id="3" orient="horz" pos="3345">
          <p15:clr>
            <a:srgbClr val="747775"/>
          </p15:clr>
        </p15:guide>
        <p15:guide id="4" orient="horz" pos="238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 orient="horz"/>
        <p:guide pos="3240"/>
        <p:guide pos="3345" orient="horz"/>
        <p:guide pos="2381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Archivo-bold.fntdata"/><Relationship Id="rId10" Type="http://schemas.openxmlformats.org/officeDocument/2006/relationships/font" Target="fonts/Archivo-regular.fntdata"/><Relationship Id="rId13" Type="http://schemas.openxmlformats.org/officeDocument/2006/relationships/font" Target="fonts/Archivo-boldItalic.fntdata"/><Relationship Id="rId12" Type="http://schemas.openxmlformats.org/officeDocument/2006/relationships/font" Target="fonts/Archiv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60e20c4d8c_0_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260e20c4d8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1c1ad74c67_0_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g21c1ad74c6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f244e6b6fe_0_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g2f244e6b6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f244e6b6fe_0_4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g2f244e6b6fe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  <a:noFill/>
          <a:ln>
            <a:noFill/>
          </a:ln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50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indent="-4000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indent="-4000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indent="-4000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indent="-4000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indent="-4000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indent="-4000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indent="-4000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indent="-4000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000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●"/>
              <a:defRPr sz="2700"/>
            </a:lvl1pPr>
            <a:lvl2pPr indent="-3746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indent="-3746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indent="-3746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indent="-3746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indent="-3746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indent="-3746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indent="-3746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indent="-3746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000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●"/>
              <a:defRPr sz="2700"/>
            </a:lvl1pPr>
            <a:lvl2pPr indent="-3746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indent="-3746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indent="-3746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indent="-3746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indent="-3746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indent="-3746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indent="-3746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indent="-3746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  <a:noFill/>
          <a:ln>
            <a:noFill/>
          </a:ln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3746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1pPr>
            <a:lvl2pPr indent="-3746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indent="-3746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indent="-3746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indent="-3746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indent="-3746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indent="-3746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indent="-3746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indent="-3746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76925" lIns="176925" spcFirstLastPara="1" rIns="176925" wrap="square" tIns="1769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  <a:noFill/>
          <a:ln>
            <a:noFill/>
          </a:ln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-450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indent="-4000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indent="-4000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indent="-4000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indent="-4000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indent="-4000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indent="-4000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indent="-4000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indent="-4000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  <a:noFill/>
          <a:ln>
            <a:noFill/>
          </a:ln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5085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indent="-40005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indent="-40005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indent="-40005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indent="-40005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indent="-40005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indent="-40005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indent="-40005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indent="-40005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  <a:defRPr b="0" i="0" sz="5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  <a:defRPr b="0" i="0" sz="5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  <a:defRPr b="0" i="0" sz="5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  <a:defRPr b="0" i="0" sz="5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  <a:defRPr b="0" i="0" sz="5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  <a:defRPr b="0" i="0" sz="5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  <a:defRPr b="0" i="0" sz="5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  <a:defRPr b="0" i="0" sz="5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  <a:defRPr b="0" i="0" sz="5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50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Arial"/>
              <a:buChar char="●"/>
              <a:defRPr b="0" i="0" sz="3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00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Font typeface="Arial"/>
              <a:buChar char="○"/>
              <a:defRPr b="0" i="0" sz="2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0005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Font typeface="Arial"/>
              <a:buChar char="■"/>
              <a:defRPr b="0" i="0" sz="2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0005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Font typeface="Arial"/>
              <a:buChar char="●"/>
              <a:defRPr b="0" i="0" sz="2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0005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Font typeface="Arial"/>
              <a:buChar char="○"/>
              <a:defRPr b="0" i="0" sz="2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40005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Font typeface="Arial"/>
              <a:buChar char="■"/>
              <a:defRPr b="0" i="0" sz="2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40005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Font typeface="Arial"/>
              <a:buChar char="●"/>
              <a:defRPr b="0" i="0" sz="2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40005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Font typeface="Arial"/>
              <a:buChar char="○"/>
              <a:defRPr b="0" i="0" sz="2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40005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Font typeface="Arial"/>
              <a:buChar char="■"/>
              <a:defRPr b="0" i="0" sz="2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211575" y="10761875"/>
            <a:ext cx="7606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800">
                <a:solidFill>
                  <a:srgbClr val="FAFAFC"/>
                </a:solidFill>
                <a:latin typeface="Archivo"/>
                <a:ea typeface="Archivo"/>
                <a:cs typeface="Archivo"/>
                <a:sym typeface="Archivo"/>
              </a:rPr>
              <a:t>&lt;&lt;Nombre Completo&gt;&gt;</a:t>
            </a:r>
            <a:endParaRPr sz="3500">
              <a:solidFill>
                <a:srgbClr val="FAFAFC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943100" y="1497225"/>
            <a:ext cx="59382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10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&lt;&lt;Nombre Completo&gt;&gt;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60" name="Google Shape;60;p14"/>
          <p:cNvSpPr/>
          <p:nvPr/>
        </p:nvSpPr>
        <p:spPr>
          <a:xfrm>
            <a:off x="0" y="2327250"/>
            <a:ext cx="5040000" cy="5040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/>
              <a:t>&lt;&lt;Image 1&gt;&gt;</a:t>
            </a:r>
            <a:endParaRPr sz="4200"/>
          </a:p>
        </p:txBody>
      </p:sp>
      <p:sp>
        <p:nvSpPr>
          <p:cNvPr id="61" name="Google Shape;61;p14"/>
          <p:cNvSpPr/>
          <p:nvPr/>
        </p:nvSpPr>
        <p:spPr>
          <a:xfrm>
            <a:off x="5143500" y="2327250"/>
            <a:ext cx="5040000" cy="5040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/>
              <a:t>&lt;&lt;Image 2&gt;&gt;</a:t>
            </a:r>
            <a:endParaRPr sz="4200"/>
          </a:p>
        </p:txBody>
      </p:sp>
      <p:sp>
        <p:nvSpPr>
          <p:cNvPr id="62" name="Google Shape;62;p14"/>
          <p:cNvSpPr/>
          <p:nvPr/>
        </p:nvSpPr>
        <p:spPr>
          <a:xfrm>
            <a:off x="0" y="7447950"/>
            <a:ext cx="5040000" cy="5040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/>
              <a:t>&lt;&lt;Image 3&gt;&gt;</a:t>
            </a:r>
            <a:endParaRPr sz="4200"/>
          </a:p>
        </p:txBody>
      </p:sp>
      <p:sp>
        <p:nvSpPr>
          <p:cNvPr id="63" name="Google Shape;63;p14"/>
          <p:cNvSpPr/>
          <p:nvPr/>
        </p:nvSpPr>
        <p:spPr>
          <a:xfrm>
            <a:off x="5143500" y="7447950"/>
            <a:ext cx="5040000" cy="5040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/>
              <a:t>&lt;&lt;Image 4&gt;&gt;</a:t>
            </a:r>
            <a:endParaRPr sz="4200"/>
          </a:p>
        </p:txBody>
      </p:sp>
      <p:sp>
        <p:nvSpPr>
          <p:cNvPr id="64" name="Google Shape;64;p14"/>
          <p:cNvSpPr/>
          <p:nvPr/>
        </p:nvSpPr>
        <p:spPr>
          <a:xfrm>
            <a:off x="0" y="12568650"/>
            <a:ext cx="5040000" cy="5040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/>
              <a:t>&lt;&lt;Image 5&gt;&gt;</a:t>
            </a:r>
            <a:endParaRPr sz="4200"/>
          </a:p>
        </p:txBody>
      </p:sp>
      <p:sp>
        <p:nvSpPr>
          <p:cNvPr id="65" name="Google Shape;65;p14"/>
          <p:cNvSpPr/>
          <p:nvPr/>
        </p:nvSpPr>
        <p:spPr>
          <a:xfrm>
            <a:off x="5143500" y="12568650"/>
            <a:ext cx="5040000" cy="5040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/>
              <a:t>&lt;&lt;Image 6&gt;&gt;</a:t>
            </a:r>
            <a:endParaRPr sz="4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