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0287000" cy="18288000"/>
  <p:notesSz cx="6858000" cy="9144000"/>
  <p:embeddedFontLst>
    <p:embeddedFont>
      <p:font typeface="Archivo" panose="020B0604020202020204" charset="0"/>
      <p:regular r:id="rId7"/>
      <p:bold r:id="rId8"/>
      <p:italic r:id="rId9"/>
      <p:boldItalic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760">
          <p15:clr>
            <a:srgbClr val="A4A3A4"/>
          </p15:clr>
        </p15:guide>
        <p15:guide id="2" pos="3240">
          <p15:clr>
            <a:srgbClr val="A4A3A4"/>
          </p15:clr>
        </p15:guide>
        <p15:guide id="3" orient="horz" pos="3345">
          <p15:clr>
            <a:srgbClr val="747775"/>
          </p15:clr>
        </p15:guide>
        <p15:guide id="4" orient="horz" pos="238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2909" y="106"/>
      </p:cViewPr>
      <p:guideLst>
        <p:guide orient="horz" pos="5760"/>
        <p:guide pos="3240"/>
        <p:guide orient="horz" pos="3345"/>
        <p:guide orient="horz" pos="23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60e20c4d8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g260e20c4d8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1c1ad74c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g21c1ad74c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f244e6b6f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g2f244e6b6f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244e6b6f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g2f244e6b6f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50672" y="2647378"/>
            <a:ext cx="9585600" cy="72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50663" y="10076889"/>
            <a:ext cx="9585600" cy="28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50663" y="7647467"/>
            <a:ext cx="9585600" cy="29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50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marL="914400" lvl="1" indent="-4000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2pPr>
            <a:lvl3pPr marL="1371600" lvl="2" indent="-4000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3pPr>
            <a:lvl4pPr marL="1828800" lvl="3" indent="-4000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4pPr>
            <a:lvl5pPr marL="2286000" lvl="4" indent="-4000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5pPr>
            <a:lvl6pPr marL="2743200" lvl="5" indent="-4000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6pPr>
            <a:lvl7pPr marL="3200400" lvl="6" indent="-4000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7pPr>
            <a:lvl8pPr marL="3657600" lvl="7" indent="-4000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8pPr>
            <a:lvl9pPr marL="4114800" lvl="8" indent="-4000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4500000" cy="12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000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  <a:defRPr sz="2700"/>
            </a:lvl1pPr>
            <a:lvl2pPr marL="914400" lvl="1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5436450" y="4097689"/>
            <a:ext cx="4500000" cy="12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000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  <a:defRPr sz="2700"/>
            </a:lvl1pPr>
            <a:lvl2pPr marL="914400" lvl="1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50663" y="1975467"/>
            <a:ext cx="3159000" cy="26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50663" y="4940800"/>
            <a:ext cx="3159000" cy="113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marL="914400" lvl="1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551531" y="1600533"/>
            <a:ext cx="7163700" cy="145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143500" y="-444"/>
            <a:ext cx="5143500" cy="1828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76925" tIns="176925" rIns="176925" bIns="176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98688" y="4384622"/>
            <a:ext cx="4550700" cy="52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98688" y="9966489"/>
            <a:ext cx="4550700" cy="43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5556938" y="2574489"/>
            <a:ext cx="4316700" cy="131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ctr" anchorCtr="0">
            <a:normAutofit/>
          </a:bodyPr>
          <a:lstStyle>
            <a:lvl1pPr marL="457200" lvl="0" indent="-450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marL="914400" lvl="1" indent="-4000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2pPr>
            <a:lvl3pPr marL="1371600" lvl="2" indent="-4000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3pPr>
            <a:lvl4pPr marL="1828800" lvl="3" indent="-4000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4pPr>
            <a:lvl5pPr marL="2286000" lvl="4" indent="-4000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5pPr>
            <a:lvl6pPr marL="2743200" lvl="5" indent="-4000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6pPr>
            <a:lvl7pPr marL="3200400" lvl="6" indent="-4000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7pPr>
            <a:lvl8pPr marL="3657600" lvl="7" indent="-4000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8pPr>
            <a:lvl9pPr marL="4114800" lvl="8" indent="-4000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50663" y="15042044"/>
            <a:ext cx="6748800" cy="21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50663" y="3932889"/>
            <a:ext cx="9585600" cy="69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50663" y="11207911"/>
            <a:ext cx="9585600" cy="46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508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marL="914400" lvl="1" indent="-4000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2pPr>
            <a:lvl3pPr marL="1371600" lvl="2" indent="-4000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3pPr>
            <a:lvl4pPr marL="1828800" lvl="3" indent="-4000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4pPr>
            <a:lvl5pPr marL="2286000" lvl="4" indent="-4000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5pPr>
            <a:lvl6pPr marL="2743200" lvl="5" indent="-4000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6pPr>
            <a:lvl7pPr marL="3200400" lvl="6" indent="-4000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7pPr>
            <a:lvl8pPr marL="3657600" lvl="7" indent="-4000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8pPr>
            <a:lvl9pPr marL="4114800" lvl="8" indent="-4000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marR="0" lvl="0" indent="-450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Char char="●"/>
              <a:defRPr sz="35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Arial"/>
              <a:buChar char="○"/>
              <a:defRPr sz="2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Arial"/>
              <a:buChar char="■"/>
              <a:defRPr sz="2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Arial"/>
              <a:buChar char="●"/>
              <a:defRPr sz="2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Arial"/>
              <a:buChar char="○"/>
              <a:defRPr sz="2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Arial"/>
              <a:buChar char="■"/>
              <a:defRPr sz="2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Arial"/>
              <a:buChar char="●"/>
              <a:defRPr sz="2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Arial"/>
              <a:buChar char="○"/>
              <a:defRPr sz="2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Arial"/>
              <a:buChar char="■"/>
              <a:defRPr sz="2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211575" y="10761875"/>
            <a:ext cx="7606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 b="1" dirty="0">
                <a:solidFill>
                  <a:srgbClr val="FAFAFC"/>
                </a:solidFill>
                <a:latin typeface="Archivo"/>
                <a:ea typeface="Archivo"/>
                <a:cs typeface="Archivo"/>
                <a:sym typeface="Archivo"/>
              </a:rPr>
              <a:t>&lt;&lt;Nombre y Apellido&gt;&gt;</a:t>
            </a:r>
            <a:endParaRPr sz="3500" dirty="0">
              <a:solidFill>
                <a:srgbClr val="FAFAF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1943100" y="1497225"/>
            <a:ext cx="59382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 b="1" dirty="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&lt;&lt;Nombre y Apellido&gt;&gt;</a:t>
            </a:r>
            <a:endParaRPr sz="2800" dirty="0">
              <a:solidFill>
                <a:schemeClr val="lt1"/>
              </a:solidFill>
            </a:endParaRPr>
          </a:p>
        </p:txBody>
      </p:sp>
      <p:sp>
        <p:nvSpPr>
          <p:cNvPr id="60" name="Google Shape;60;p14"/>
          <p:cNvSpPr/>
          <p:nvPr/>
        </p:nvSpPr>
        <p:spPr>
          <a:xfrm>
            <a:off x="0" y="2327250"/>
            <a:ext cx="5040000" cy="5040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200"/>
              <a:t>&lt;&lt;Image 1&gt;&gt;</a:t>
            </a:r>
            <a:endParaRPr sz="4200"/>
          </a:p>
        </p:txBody>
      </p:sp>
      <p:sp>
        <p:nvSpPr>
          <p:cNvPr id="61" name="Google Shape;61;p14"/>
          <p:cNvSpPr/>
          <p:nvPr/>
        </p:nvSpPr>
        <p:spPr>
          <a:xfrm>
            <a:off x="5143500" y="2327250"/>
            <a:ext cx="5040000" cy="5040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200"/>
              <a:t>&lt;&lt;Image 2&gt;&gt;</a:t>
            </a:r>
            <a:endParaRPr sz="4200"/>
          </a:p>
        </p:txBody>
      </p:sp>
      <p:sp>
        <p:nvSpPr>
          <p:cNvPr id="62" name="Google Shape;62;p14"/>
          <p:cNvSpPr/>
          <p:nvPr/>
        </p:nvSpPr>
        <p:spPr>
          <a:xfrm>
            <a:off x="0" y="7447950"/>
            <a:ext cx="5040000" cy="5040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200"/>
              <a:t>&lt;&lt;Image 3&gt;&gt;</a:t>
            </a:r>
            <a:endParaRPr sz="4200"/>
          </a:p>
        </p:txBody>
      </p:sp>
      <p:sp>
        <p:nvSpPr>
          <p:cNvPr id="63" name="Google Shape;63;p14"/>
          <p:cNvSpPr/>
          <p:nvPr/>
        </p:nvSpPr>
        <p:spPr>
          <a:xfrm>
            <a:off x="5143500" y="7447950"/>
            <a:ext cx="5040000" cy="5040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200"/>
              <a:t>&lt;&lt;Image 4&gt;&gt;</a:t>
            </a:r>
            <a:endParaRPr sz="4200"/>
          </a:p>
        </p:txBody>
      </p:sp>
      <p:sp>
        <p:nvSpPr>
          <p:cNvPr id="64" name="Google Shape;64;p14"/>
          <p:cNvSpPr/>
          <p:nvPr/>
        </p:nvSpPr>
        <p:spPr>
          <a:xfrm>
            <a:off x="0" y="12568650"/>
            <a:ext cx="5040000" cy="5040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200"/>
              <a:t>&lt;&lt;Image 5&gt;&gt;</a:t>
            </a:r>
            <a:endParaRPr sz="4200"/>
          </a:p>
        </p:txBody>
      </p:sp>
      <p:sp>
        <p:nvSpPr>
          <p:cNvPr id="65" name="Google Shape;65;p14"/>
          <p:cNvSpPr/>
          <p:nvPr/>
        </p:nvSpPr>
        <p:spPr>
          <a:xfrm>
            <a:off x="5143500" y="12568650"/>
            <a:ext cx="5040000" cy="5040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200"/>
              <a:t>&lt;&lt;Image 6&gt;&gt;</a:t>
            </a:r>
            <a:endParaRPr sz="4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</Words>
  <Application>Microsoft Office PowerPoint</Application>
  <PresentationFormat>Custom</PresentationFormat>
  <Paragraphs>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Archivo</vt:lpstr>
      <vt:lpstr>Simple Light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juani vila bach</cp:lastModifiedBy>
  <cp:revision>1</cp:revision>
  <dcterms:modified xsi:type="dcterms:W3CDTF">2026-09-25T16:03:26Z</dcterms:modified>
</cp:coreProperties>
</file>