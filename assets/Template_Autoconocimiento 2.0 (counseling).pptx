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18288000" cx="10287000"/>
  <p:notesSz cx="6858000" cy="9144000"/>
  <p:embeddedFontLst>
    <p:embeddedFont>
      <p:font typeface="Public Sans"/>
      <p:regular r:id="rId38"/>
      <p:bold r:id="rId39"/>
      <p:italic r:id="rId40"/>
      <p:boldItalic r:id="rId41"/>
    </p:embeddedFont>
    <p:embeddedFont>
      <p:font typeface="Archivo"/>
      <p:regular r:id="rId42"/>
      <p:bold r:id="rId43"/>
      <p:italic r:id="rId44"/>
      <p:boldItalic r:id="rId45"/>
    </p:embeddedFont>
    <p:embeddedFont>
      <p:font typeface="Public Sans Light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09"/>
        <p:guide pos="5904"/>
        <p:guide pos="252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ublicSans-italic.fntdata"/><Relationship Id="rId42" Type="http://schemas.openxmlformats.org/officeDocument/2006/relationships/font" Target="fonts/Archivo-regular.fntdata"/><Relationship Id="rId41" Type="http://schemas.openxmlformats.org/officeDocument/2006/relationships/font" Target="fonts/PublicSans-boldItalic.fntdata"/><Relationship Id="rId44" Type="http://schemas.openxmlformats.org/officeDocument/2006/relationships/font" Target="fonts/Archivo-italic.fntdata"/><Relationship Id="rId43" Type="http://schemas.openxmlformats.org/officeDocument/2006/relationships/font" Target="fonts/Archivo-bold.fntdata"/><Relationship Id="rId46" Type="http://schemas.openxmlformats.org/officeDocument/2006/relationships/font" Target="fonts/PublicSansLight-regular.fntdata"/><Relationship Id="rId45" Type="http://schemas.openxmlformats.org/officeDocument/2006/relationships/font" Target="fonts/Archivo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PublicSansLight-italic.fntdata"/><Relationship Id="rId47" Type="http://schemas.openxmlformats.org/officeDocument/2006/relationships/font" Target="fonts/PublicSansLight-bold.fntdata"/><Relationship Id="rId49" Type="http://schemas.openxmlformats.org/officeDocument/2006/relationships/font" Target="fonts/PublicSansLigh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font" Target="fonts/PublicSans-bold.fntdata"/><Relationship Id="rId38" Type="http://schemas.openxmlformats.org/officeDocument/2006/relationships/font" Target="fonts/PublicSans-regular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6936d1eaf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6936d1e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6936d1eaf_0_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6936d1ea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6936d1eaf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6936d1ea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76936d1eaf_0_1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76936d1ea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e706d103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e706d10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4e706d103_0_1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4e706d10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e706d103_0_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e706d10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76936d1eaf_0_1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76936d1ea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6936d1eaf_0_2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6936d1ea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6936d1eaf_0_2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6936d1eaf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6936d1eaf_0_2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76936d1ea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6936d1eaf_0_3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6936d1eaf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6936d1eaf_0_3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76936d1ea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76936d1eaf_0_3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76936d1eaf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6936d1eaf_0_3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6936d1eaf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6936d1eaf_0_4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6936d1ea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6936d1eaf_0_4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6936d1eaf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6936d1eaf_0_5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6936d1eaf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76936d1eaf_0_5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76936d1ea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6936d1eaf_0_5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6936d1eaf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6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6936d1eaf_0_6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76936d1eaf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6936d1eaf_0_6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6936d1eaf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6936d1eaf_0_10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6936d1eaf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6936d1eaf_0_10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6936d1eaf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6936d1eaf_0_10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76936d1eaf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6936d1eaf_0_8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6936d1eaf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76936d1eaf_0_8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76936d1eaf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612d8d2db_1_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612d8d2db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6060" lvl="0" marL="4572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indent="-400638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indent="-400638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indent="-400638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indent="-400637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indent="-400637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indent="-400637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indent="-400637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indent="-400637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1537374" y="126885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537363" y="1216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664530" y="121699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537374" y="138640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537363" y="1334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664530" y="133453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/>
        </p:nvSpPr>
        <p:spPr>
          <a:xfrm>
            <a:off x="966125" y="1082187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3" name="Google Shape;183;p30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5" name="Google Shape;205;p34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b="1" sz="22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b="1" sz="22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1" name="Google Shape;221;p37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2" name="Google Shape;222;p37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7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7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7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7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7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7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7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8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Gardener 01&gt;&gt;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8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2" name="Google Shape;252;p38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9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8" name="Google Shape;268;p40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9" name="Google Shape;269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0" name="Google Shape;270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40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8" name="Google Shape;278;p41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0" name="Google Shape;280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2" name="Google Shape;282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/>
        </p:nvSpPr>
        <p:spPr>
          <a:xfrm>
            <a:off x="3205050" y="11913525"/>
            <a:ext cx="38769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rgbClr val="595959"/>
                </a:solidFill>
              </a:rPr>
              <a:t>&lt;&lt;FEEDBACK&gt;&gt;</a:t>
            </a:r>
            <a:endParaRPr sz="3483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