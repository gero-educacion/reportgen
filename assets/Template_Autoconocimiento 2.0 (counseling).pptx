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7" r:id="rId33"/>
  </p:sldIdLst>
  <p:sldSz cx="10287000" cy="18288000"/>
  <p:notesSz cx="6858000" cy="9144000"/>
  <p:embeddedFontLst>
    <p:embeddedFont>
      <p:font typeface="Archivo" panose="020B0604020202020204" charset="0"/>
      <p:regular r:id="rId35"/>
      <p:bold r:id="rId36"/>
      <p:italic r:id="rId37"/>
      <p:boldItalic r:id="rId38"/>
    </p:embeddedFont>
    <p:embeddedFont>
      <p:font typeface="Public Sans" panose="020B0604020202020204" charset="0"/>
      <p:regular r:id="rId39"/>
      <p:bold r:id="rId40"/>
      <p:italic r:id="rId41"/>
      <p:boldItalic r:id="rId42"/>
    </p:embeddedFont>
    <p:embeddedFont>
      <p:font typeface="Public Sans Light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09">
          <p15:clr>
            <a:srgbClr val="747775"/>
          </p15:clr>
        </p15:guide>
        <p15:guide id="2" pos="5904">
          <p15:clr>
            <a:srgbClr val="747775"/>
          </p15:clr>
        </p15:guide>
        <p15:guide id="3" orient="horz" pos="25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FAA23-E1D2-44FF-B7E3-20CF74EEF31A}" v="1" dt="2026-03-02T18:33:16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2650" y="-13094"/>
      </p:cViewPr>
      <p:guideLst>
        <p:guide pos="609"/>
        <p:guide pos="5904"/>
        <p:guide orient="horz" pos="2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i vila bach" userId="140d79d91c36b714" providerId="LiveId" clId="{681BBBA0-CB6B-4408-8383-25A2ECA50787}"/>
    <pc:docChg chg="addSld delSld modSld">
      <pc:chgData name="juani vila bach" userId="140d79d91c36b714" providerId="LiveId" clId="{681BBBA0-CB6B-4408-8383-25A2ECA50787}" dt="2026-03-02T22:43:18.759" v="3" actId="1076"/>
      <pc:docMkLst>
        <pc:docMk/>
      </pc:docMkLst>
      <pc:sldChg chg="modSp mod">
        <pc:chgData name="juani vila bach" userId="140d79d91c36b714" providerId="LiveId" clId="{681BBBA0-CB6B-4408-8383-25A2ECA50787}" dt="2026-03-02T19:10:20.493" v="2" actId="20577"/>
        <pc:sldMkLst>
          <pc:docMk/>
          <pc:sldMk cId="0" sldId="281"/>
        </pc:sldMkLst>
        <pc:spChg chg="mod">
          <ac:chgData name="juani vila bach" userId="140d79d91c36b714" providerId="LiveId" clId="{681BBBA0-CB6B-4408-8383-25A2ECA50787}" dt="2026-03-02T19:10:20.493" v="2" actId="20577"/>
          <ac:spMkLst>
            <pc:docMk/>
            <pc:sldMk cId="0" sldId="281"/>
            <ac:spMk id="248" creationId="{00000000-0000-0000-0000-000000000000}"/>
          </ac:spMkLst>
        </pc:spChg>
      </pc:sldChg>
      <pc:sldChg chg="modSp add mod">
        <pc:chgData name="juani vila bach" userId="140d79d91c36b714" providerId="LiveId" clId="{681BBBA0-CB6B-4408-8383-25A2ECA50787}" dt="2026-03-02T22:43:18.759" v="3" actId="1076"/>
        <pc:sldMkLst>
          <pc:docMk/>
          <pc:sldMk cId="0" sldId="297"/>
        </pc:sldMkLst>
        <pc:spChg chg="mod">
          <ac:chgData name="juani vila bach" userId="140d79d91c36b714" providerId="LiveId" clId="{681BBBA0-CB6B-4408-8383-25A2ECA50787}" dt="2026-03-02T22:43:18.759" v="3" actId="1076"/>
          <ac:spMkLst>
            <pc:docMk/>
            <pc:sldMk cId="0" sldId="297"/>
            <ac:spMk id="35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6936d1e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6936d1e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6936d1ea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6936d1ea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936d1ea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6936d1ea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6936d1ea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6936d1ea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6936d1ea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6936d1ea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6936d1ea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6936d1ea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4e706d10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4e706d10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4e706d10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4e706d10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4e706d1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4e706d1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6936d1ea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6936d1ea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6936d1ea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6936d1ea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6936d1ea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6936d1ea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6936d1ea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6936d1ea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6936d1ea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6936d1ea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6936d1ea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6936d1ea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6936d1e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6936d1e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6936d1ea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6936d1eaf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6936d1ea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6936d1ea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6936d1ea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6936d1ea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6936d1ea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6936d1ea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6936d1ea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6936d1ea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6936d1ea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6936d1ea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6936d1ea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6936d1ea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6936d1ea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6936d1ea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6936d1ea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76936d1ea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6936d1ea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76936d1eaf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6936d1ea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6936d1eaf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6936d1eaf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76936d1eaf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6936d1eaf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76936d1eaf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6936d1ea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6936d1ea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612a8d09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612a8d09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eroeducacion.typeform.com/feedback-p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58825" y="4061600"/>
            <a:ext cx="7224000" cy="9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/>
        </p:nvSpPr>
        <p:spPr>
          <a:xfrm>
            <a:off x="1537374" y="56358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01&gt;&gt;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1537363" y="51172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01&gt;&gt;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7664530" y="51172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01&gt;&gt;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1537374" y="68113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02&gt;&gt;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537363" y="62926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02&gt;&gt;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7664530" y="62926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02&gt;&gt;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1537374" y="79867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03&gt;&gt;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1537363" y="74681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03&gt;&gt;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7664530" y="74681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03&gt;&gt;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537374" y="91622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04&gt;&gt;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537363" y="86435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04&gt;&gt;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7664530" y="86435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04&gt;&gt;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1537374" y="103376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05&gt;&gt;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537363" y="98190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05&gt;&gt;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664530" y="98190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05&gt;&gt;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537374" y="115131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06&gt;&gt;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537363" y="109944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06&gt;&gt;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664530" y="109944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06&gt;&gt;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537374" y="126885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07&gt;&gt;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537363" y="121699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07&gt;&gt;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7664530" y="121699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07&gt;&gt;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1537374" y="138640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08&gt;&gt;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537363" y="133453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08&gt;&gt;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7664530" y="133453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08&gt;&gt;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1215250" y="3574600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215250" y="5955850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089350" y="10899000"/>
            <a:ext cx="7910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1089350" y="13263825"/>
            <a:ext cx="7910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346900" y="487282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346900" y="723582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346900" y="121880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346900" y="145510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01&gt;&gt;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02&gt;&gt;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02&gt;&gt;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03&gt;&gt;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03&gt;&gt;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04&gt;&gt;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04&gt;&gt;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/>
        </p:nvSpPr>
        <p:spPr>
          <a:xfrm>
            <a:off x="853200" y="5058350"/>
            <a:ext cx="8428200" cy="10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Estilo&gt;&gt;</a:t>
            </a:r>
            <a:endParaRPr sz="25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/>
        </p:nvSpPr>
        <p:spPr>
          <a:xfrm>
            <a:off x="966125" y="10821875"/>
            <a:ext cx="8406600" cy="52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dk1"/>
                </a:solidFill>
              </a:rPr>
              <a:t>&lt;&lt;URL GRAFICO HOLLAND&gt;&gt;</a:t>
            </a:r>
            <a:endParaRPr sz="348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01&gt;&gt;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01&gt;&gt;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02&gt;&gt;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02&gt;&gt;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03&gt;&gt;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03&gt;&gt;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/>
        </p:nvSpPr>
        <p:spPr>
          <a:xfrm>
            <a:off x="1627575" y="2800450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04&gt;&gt;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1627575" y="3681500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05&gt;&gt;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1627575" y="4634000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06&gt;&gt;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&lt;&lt;Holland 04&gt;&gt;</a:t>
            </a:r>
            <a:endParaRPr sz="4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Holland 04&gt;&gt;</a:t>
            </a:r>
            <a:endParaRPr sz="2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&lt;&lt;Holland 05&gt;&gt;</a:t>
            </a:r>
            <a:endParaRPr sz="4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Holland 05&gt;&gt;</a:t>
            </a:r>
            <a:endParaRPr sz="2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&lt;&lt;Holland 06&gt;&gt;</a:t>
            </a:r>
            <a:endParaRPr sz="4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1490300" y="4000500"/>
            <a:ext cx="7145700" cy="117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Holland 06&gt;&gt;</a:t>
            </a:r>
            <a:endParaRPr sz="2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/>
        </p:nvSpPr>
        <p:spPr>
          <a:xfrm>
            <a:off x="1525350" y="7254400"/>
            <a:ext cx="7267200" cy="26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1525350" y="10264300"/>
            <a:ext cx="7267200" cy="26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02&gt;&gt;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/>
        </p:nvSpPr>
        <p:spPr>
          <a:xfrm>
            <a:off x="907625" y="1697175"/>
            <a:ext cx="8432700" cy="86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Tus intereses fueron una de las claves para sugerirte opciones dentro de las áreas de estudio: 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83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 v2&gt;&gt;</a:t>
            </a:r>
            <a:endParaRPr sz="2283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83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83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 v2&gt;&gt;</a:t>
            </a:r>
            <a:endParaRPr sz="2283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Las áreas en las que mostraste mayor afinidad coinciden con el perfil de carreras como: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Estas opciones no solo se alinean con tus habilidades, sino también con aquello que te motiva.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En otras palabras, no se trata solo de lo que podrías hacer bien, sino de lo que realmente despierta tu interés y curiosidad.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/>
        </p:nvSpPr>
        <p:spPr>
          <a:xfrm>
            <a:off x="923400" y="1038875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01&gt;&gt;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0" name="Google Shape;220;p37"/>
          <p:cNvSpPr txBox="1"/>
          <p:nvPr/>
        </p:nvSpPr>
        <p:spPr>
          <a:xfrm>
            <a:off x="923400" y="44402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1" name="Google Shape;221;p37"/>
          <p:cNvSpPr txBox="1"/>
          <p:nvPr/>
        </p:nvSpPr>
        <p:spPr>
          <a:xfrm>
            <a:off x="7582650" y="444025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2" name="Google Shape;222;p37"/>
          <p:cNvSpPr txBox="1"/>
          <p:nvPr/>
        </p:nvSpPr>
        <p:spPr>
          <a:xfrm>
            <a:off x="923400" y="2371125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02&gt;&gt;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3" name="Google Shape;223;p37"/>
          <p:cNvSpPr txBox="1"/>
          <p:nvPr/>
        </p:nvSpPr>
        <p:spPr>
          <a:xfrm>
            <a:off x="923400" y="177627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4" name="Google Shape;224;p37"/>
          <p:cNvSpPr txBox="1"/>
          <p:nvPr/>
        </p:nvSpPr>
        <p:spPr>
          <a:xfrm>
            <a:off x="7582650" y="1776275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923400" y="3773150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03&gt;&gt;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6" name="Google Shape;226;p37"/>
          <p:cNvSpPr txBox="1"/>
          <p:nvPr/>
        </p:nvSpPr>
        <p:spPr>
          <a:xfrm>
            <a:off x="923400" y="317830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7" name="Google Shape;227;p37"/>
          <p:cNvSpPr txBox="1"/>
          <p:nvPr/>
        </p:nvSpPr>
        <p:spPr>
          <a:xfrm>
            <a:off x="7582500" y="317830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8" name="Google Shape;228;p37"/>
          <p:cNvSpPr txBox="1"/>
          <p:nvPr/>
        </p:nvSpPr>
        <p:spPr>
          <a:xfrm>
            <a:off x="923400" y="5288088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04&gt;&gt;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9" name="Google Shape;229;p37"/>
          <p:cNvSpPr txBox="1"/>
          <p:nvPr/>
        </p:nvSpPr>
        <p:spPr>
          <a:xfrm>
            <a:off x="923400" y="46932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0" name="Google Shape;230;p37"/>
          <p:cNvSpPr txBox="1"/>
          <p:nvPr/>
        </p:nvSpPr>
        <p:spPr>
          <a:xfrm>
            <a:off x="7582500" y="469325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1" name="Google Shape;231;p37"/>
          <p:cNvSpPr txBox="1"/>
          <p:nvPr/>
        </p:nvSpPr>
        <p:spPr>
          <a:xfrm>
            <a:off x="923400" y="6859488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05&gt;&gt;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2" name="Google Shape;232;p37"/>
          <p:cNvSpPr txBox="1"/>
          <p:nvPr/>
        </p:nvSpPr>
        <p:spPr>
          <a:xfrm>
            <a:off x="923400" y="62646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3" name="Google Shape;233;p37"/>
          <p:cNvSpPr txBox="1"/>
          <p:nvPr/>
        </p:nvSpPr>
        <p:spPr>
          <a:xfrm>
            <a:off x="7582500" y="626465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923400" y="8459113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06&gt;&gt;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5" name="Google Shape;235;p37"/>
          <p:cNvSpPr txBox="1"/>
          <p:nvPr/>
        </p:nvSpPr>
        <p:spPr>
          <a:xfrm>
            <a:off x="923400" y="786427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6" name="Google Shape;236;p37"/>
          <p:cNvSpPr txBox="1"/>
          <p:nvPr/>
        </p:nvSpPr>
        <p:spPr>
          <a:xfrm>
            <a:off x="7582650" y="7864275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7" name="Google Shape;237;p37"/>
          <p:cNvSpPr txBox="1"/>
          <p:nvPr/>
        </p:nvSpPr>
        <p:spPr>
          <a:xfrm>
            <a:off x="923400" y="10058750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07&gt;&gt;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923400" y="946390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7582500" y="946390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923400" y="11553250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08&gt;&gt;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923400" y="1095840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7582500" y="1095840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/>
        </p:nvSpPr>
        <p:spPr>
          <a:xfrm>
            <a:off x="1490300" y="16909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8" name="Google Shape;248;p38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3000" b="1" i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01&gt;&gt;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50" name="Google Shape;250;p38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02&gt;&gt;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/>
        </p:nvSpPr>
        <p:spPr>
          <a:xfrm>
            <a:off x="1490300" y="16147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8" name="Google Shape;258;p39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9" name="Google Shape;259;p39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03&gt;&gt;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60" name="Google Shape;260;p39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1" name="Google Shape;261;p39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2" name="Google Shape;262;p39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04&gt;&gt;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/>
        </p:nvSpPr>
        <p:spPr>
          <a:xfrm>
            <a:off x="1490300" y="16147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8" name="Google Shape;268;p40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9" name="Google Shape;269;p40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05&gt;&gt;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70" name="Google Shape;270;p40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1" name="Google Shape;271;p40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2" name="Google Shape;272;p40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06&gt;&gt;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/>
        </p:nvSpPr>
        <p:spPr>
          <a:xfrm>
            <a:off x="1490300" y="16147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8" name="Google Shape;278;p41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9" name="Google Shape;279;p41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07&gt;&gt;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80" name="Google Shape;280;p41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1" name="Google Shape;281;p41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2" name="Google Shape;282;p41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08&gt;&gt;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4"/>
          <p:cNvSpPr txBox="1"/>
          <p:nvPr/>
        </p:nvSpPr>
        <p:spPr>
          <a:xfrm>
            <a:off x="3205050" y="11833515"/>
            <a:ext cx="3876900" cy="72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AR" sz="3483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4"/>
              </a:rPr>
              <a:t>Responder</a:t>
            </a:r>
            <a:endParaRPr kumimoji="0" lang="es-AR" sz="3483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Microsoft Office PowerPoint</Application>
  <PresentationFormat>Custom</PresentationFormat>
  <Paragraphs>134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Public Sans Light</vt:lpstr>
      <vt:lpstr>Archivo</vt:lpstr>
      <vt:lpstr>Public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2026-03-02T22:43:25Z</dcterms:modified>
</cp:coreProperties>
</file>