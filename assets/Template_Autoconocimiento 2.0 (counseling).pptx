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0287000" cy="18288000"/>
  <p:notesSz cx="6858000" cy="9144000"/>
  <p:embeddedFontLst>
    <p:embeddedFont>
      <p:font typeface="Archivo" panose="020B0604020202020204" charset="0"/>
      <p:regular r:id="rId34"/>
      <p:bold r:id="rId35"/>
      <p:italic r:id="rId36"/>
      <p:boldItalic r:id="rId37"/>
    </p:embeddedFont>
    <p:embeddedFont>
      <p:font typeface="Public Sans" panose="020B0604020202020204" charset="0"/>
      <p:regular r:id="rId38"/>
      <p:bold r:id="rId39"/>
      <p:italic r:id="rId40"/>
      <p:boldItalic r:id="rId41"/>
    </p:embeddedFont>
    <p:embeddedFont>
      <p:font typeface="Public Sans Light" panose="020B060402020202020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" d="100"/>
          <a:sy n="19" d="100"/>
        </p:scale>
        <p:origin x="2222" y="101"/>
      </p:cViewPr>
      <p:guideLst>
        <p:guide pos="609"/>
        <p:guide pos="5904"/>
        <p:guide orient="horz" pos="25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modSld">
      <pc:chgData name="juani vila bach" userId="140d79d91c36b714" providerId="LiveId" clId="{681BBBA0-CB6B-4408-8383-25A2ECA50787}" dt="2025-12-28T06:01:44.568" v="1" actId="255"/>
      <pc:docMkLst>
        <pc:docMk/>
      </pc:docMkLst>
      <pc:sldChg chg="modSp mod">
        <pc:chgData name="juani vila bach" userId="140d79d91c36b714" providerId="LiveId" clId="{681BBBA0-CB6B-4408-8383-25A2ECA50787}" dt="2025-12-28T06:01:44.568" v="1" actId="255"/>
        <pc:sldMkLst>
          <pc:docMk/>
          <pc:sldMk cId="0" sldId="260"/>
        </pc:sldMkLst>
        <pc:spChg chg="mod">
          <ac:chgData name="juani vila bach" userId="140d79d91c36b714" providerId="LiveId" clId="{681BBBA0-CB6B-4408-8383-25A2ECA50787}" dt="2025-12-28T06:01:44.568" v="1" actId="255"/>
          <ac:spMkLst>
            <pc:docMk/>
            <pc:sldMk cId="0" sldId="260"/>
            <ac:spMk id="95" creationId="{00000000-0000-0000-0000-000000000000}"/>
          </ac:spMkLst>
        </pc:spChg>
        <pc:spChg chg="mod">
          <ac:chgData name="juani vila bach" userId="140d79d91c36b714" providerId="LiveId" clId="{681BBBA0-CB6B-4408-8383-25A2ECA50787}" dt="2025-12-28T06:01:44.568" v="1" actId="255"/>
          <ac:spMkLst>
            <pc:docMk/>
            <pc:sldMk cId="0" sldId="260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5-12-28T06:01:44.568" v="1" actId="255"/>
          <ac:spMkLst>
            <pc:docMk/>
            <pc:sldMk cId="0" sldId="260"/>
            <ac:spMk id="97" creationId="{00000000-0000-0000-0000-000000000000}"/>
          </ac:spMkLst>
        </pc:spChg>
        <pc:spChg chg="mod">
          <ac:chgData name="juani vila bach" userId="140d79d91c36b714" providerId="LiveId" clId="{681BBBA0-CB6B-4408-8383-25A2ECA50787}" dt="2025-12-28T06:01:44.568" v="1" actId="255"/>
          <ac:spMkLst>
            <pc:docMk/>
            <pc:sldMk cId="0" sldId="260"/>
            <ac:spMk id="98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5-12-22T14:47:05.044" v="0" actId="20577"/>
        <pc:sldMkLst>
          <pc:docMk/>
          <pc:sldMk cId="0" sldId="281"/>
        </pc:sldMkLst>
        <pc:spChg chg="mod">
          <ac:chgData name="juani vila bach" userId="140d79d91c36b714" providerId="LiveId" clId="{681BBBA0-CB6B-4408-8383-25A2ECA50787}" dt="2025-12-22T14:47:05.044" v="0" actId="20577"/>
          <ac:spMkLst>
            <pc:docMk/>
            <pc:sldMk cId="0" sldId="281"/>
            <ac:spMk id="24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76936d1ea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76936d1ea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6936d1eaf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6936d1eaf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6936d1ea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76936d1ea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76936d1ea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76936d1ea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6936d1ea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76936d1ea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76936d1ea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76936d1ea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64e706d103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64e706d103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4e706d10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64e706d10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4e706d10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64e706d10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76936d1ea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76936d1ea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6936d1ea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76936d1ea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6936d1eaf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6936d1eaf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6936d1ea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76936d1ea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76936d1ea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76936d1ea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76936d1eaf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76936d1eaf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76936d1e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76936d1e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76936d1eaf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76936d1eaf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6936d1ea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6936d1ea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6936d1eaf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6936d1eaf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76936d1ea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76936d1ea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76936d1ea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76936d1eaf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6936d1ea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76936d1ea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6936d1eaf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76936d1eaf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6936d1ea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76936d1ea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6936d1ea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76936d1ea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76936d1eaf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76936d1eaf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76936d1eaf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76936d1eaf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76936d1ea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76936d1ea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76936d1ea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76936d1ea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76936d1ea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76936d1ea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58825" y="4061600"/>
            <a:ext cx="7224000" cy="9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/>
        </p:nvSpPr>
        <p:spPr>
          <a:xfrm>
            <a:off x="1537374" y="56358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1537363" y="51172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7664530" y="51172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1537374" y="68113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537363" y="62926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7664530" y="62926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1537374" y="79867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1537363" y="74681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7664530" y="74681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537374" y="91622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1537363" y="86435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7664530" y="86435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1537374" y="103376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1537363" y="98190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7664530" y="98190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537374" y="115131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1537363" y="1099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7664530" y="109944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1537374" y="126885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1537363" y="121699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7664530" y="121699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07&gt;&gt;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1537374" y="138640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1537363" y="133453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7664530" y="133453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08&gt;&gt;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/>
        </p:nvSpPr>
        <p:spPr>
          <a:xfrm>
            <a:off x="1215250" y="357460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2500" b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215250" y="595585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25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1089350" y="10899000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25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1089350" y="13263825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25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346900" y="4872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4346900" y="7235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346900" y="12188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4346900" y="14551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2" name="Google Shape;112;p19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3" name="Google Shape;113;p19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0" name="Google Shape;120;p20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8" name="Google Shape;128;p2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53200" y="5058350"/>
            <a:ext cx="8428200" cy="10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5"/>
          <p:cNvSpPr txBox="1"/>
          <p:nvPr/>
        </p:nvSpPr>
        <p:spPr>
          <a:xfrm>
            <a:off x="966125" y="10821875"/>
            <a:ext cx="8406600" cy="52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1"/>
                </a:solidFill>
              </a:rPr>
              <a:t>&lt;&lt;URL GRAFICO HOLLAND&gt;&gt;</a:t>
            </a:r>
            <a:endParaRPr sz="3483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8" name="Google Shape;158;p26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4" name="Google Shape;164;p27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0" name="Google Shape;170;p28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/>
        </p:nvSpPr>
        <p:spPr>
          <a:xfrm>
            <a:off x="1627575" y="280045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04&gt;&gt;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6" name="Google Shape;176;p29"/>
          <p:cNvSpPr txBox="1"/>
          <p:nvPr/>
        </p:nvSpPr>
        <p:spPr>
          <a:xfrm>
            <a:off x="1627575" y="36815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05&gt;&gt;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1627575" y="46340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06&gt;&gt;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04&gt;&gt;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3" name="Google Shape;183;p30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04&gt;&gt;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05&gt;&gt;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9" name="Google Shape;189;p31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05&gt;&gt;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06&gt;&gt;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95" name="Google Shape;195;p32"/>
          <p:cNvSpPr txBox="1"/>
          <p:nvPr/>
        </p:nvSpPr>
        <p:spPr>
          <a:xfrm>
            <a:off x="1490300" y="4000500"/>
            <a:ext cx="7145700" cy="117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06&gt;&gt;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/>
          <p:nvPr/>
        </p:nvSpPr>
        <p:spPr>
          <a:xfrm>
            <a:off x="1525350" y="72544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5" name="Google Shape;205;p34"/>
          <p:cNvSpPr txBox="1"/>
          <p:nvPr/>
        </p:nvSpPr>
        <p:spPr>
          <a:xfrm>
            <a:off x="1525350" y="102643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5"/>
          <p:cNvSpPr txBox="1"/>
          <p:nvPr/>
        </p:nvSpPr>
        <p:spPr>
          <a:xfrm>
            <a:off x="907625" y="1697175"/>
            <a:ext cx="8432700" cy="86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Tus intereses fueron una de las claves para sugerirte opciones dentro de las áreas de estudio: 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 v2&gt;&gt;</a:t>
            </a:r>
            <a:endParaRPr sz="2283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83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 v2&gt;&gt;</a:t>
            </a:r>
            <a:endParaRPr sz="2283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Las áreas en las que mostraste mayor afinidad coinciden con el perfil de carreras como: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Estas opciones no solo se alinean con tus habilidades, sino también con aquello que te motiva.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En otras palabras, no se trata solo de lo que podrías hacer bien, sino de lo que realmente despierta tu interés y curiosidad.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/>
        </p:nvSpPr>
        <p:spPr>
          <a:xfrm>
            <a:off x="923400" y="103887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923400" y="4440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1" name="Google Shape;221;p37"/>
          <p:cNvSpPr txBox="1"/>
          <p:nvPr/>
        </p:nvSpPr>
        <p:spPr>
          <a:xfrm>
            <a:off x="7582650" y="44402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2" name="Google Shape;222;p37"/>
          <p:cNvSpPr txBox="1"/>
          <p:nvPr/>
        </p:nvSpPr>
        <p:spPr>
          <a:xfrm>
            <a:off x="923400" y="237112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3" name="Google Shape;223;p37"/>
          <p:cNvSpPr txBox="1"/>
          <p:nvPr/>
        </p:nvSpPr>
        <p:spPr>
          <a:xfrm>
            <a:off x="923400" y="1776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4" name="Google Shape;224;p37"/>
          <p:cNvSpPr txBox="1"/>
          <p:nvPr/>
        </p:nvSpPr>
        <p:spPr>
          <a:xfrm>
            <a:off x="7582650" y="1776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923400" y="37731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6" name="Google Shape;226;p37"/>
          <p:cNvSpPr txBox="1"/>
          <p:nvPr/>
        </p:nvSpPr>
        <p:spPr>
          <a:xfrm>
            <a:off x="923400" y="31783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7" name="Google Shape;227;p37"/>
          <p:cNvSpPr txBox="1"/>
          <p:nvPr/>
        </p:nvSpPr>
        <p:spPr>
          <a:xfrm>
            <a:off x="7582500" y="31783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8" name="Google Shape;228;p37"/>
          <p:cNvSpPr txBox="1"/>
          <p:nvPr/>
        </p:nvSpPr>
        <p:spPr>
          <a:xfrm>
            <a:off x="923400" y="52880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9" name="Google Shape;229;p37"/>
          <p:cNvSpPr txBox="1"/>
          <p:nvPr/>
        </p:nvSpPr>
        <p:spPr>
          <a:xfrm>
            <a:off x="923400" y="46932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0" name="Google Shape;230;p37"/>
          <p:cNvSpPr txBox="1"/>
          <p:nvPr/>
        </p:nvSpPr>
        <p:spPr>
          <a:xfrm>
            <a:off x="7582500" y="46932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1" name="Google Shape;231;p37"/>
          <p:cNvSpPr txBox="1"/>
          <p:nvPr/>
        </p:nvSpPr>
        <p:spPr>
          <a:xfrm>
            <a:off x="923400" y="68594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923400" y="62646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3" name="Google Shape;233;p37"/>
          <p:cNvSpPr txBox="1"/>
          <p:nvPr/>
        </p:nvSpPr>
        <p:spPr>
          <a:xfrm>
            <a:off x="7582500" y="62646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4" name="Google Shape;234;p37"/>
          <p:cNvSpPr txBox="1"/>
          <p:nvPr/>
        </p:nvSpPr>
        <p:spPr>
          <a:xfrm>
            <a:off x="923400" y="8459113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5" name="Google Shape;235;p37"/>
          <p:cNvSpPr txBox="1"/>
          <p:nvPr/>
        </p:nvSpPr>
        <p:spPr>
          <a:xfrm>
            <a:off x="923400" y="7864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6" name="Google Shape;236;p37"/>
          <p:cNvSpPr txBox="1"/>
          <p:nvPr/>
        </p:nvSpPr>
        <p:spPr>
          <a:xfrm>
            <a:off x="7582650" y="7864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7" name="Google Shape;237;p37"/>
          <p:cNvSpPr txBox="1"/>
          <p:nvPr/>
        </p:nvSpPr>
        <p:spPr>
          <a:xfrm>
            <a:off x="923400" y="100587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8" name="Google Shape;238;p37"/>
          <p:cNvSpPr txBox="1"/>
          <p:nvPr/>
        </p:nvSpPr>
        <p:spPr>
          <a:xfrm>
            <a:off x="923400" y="94639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9" name="Google Shape;239;p37"/>
          <p:cNvSpPr txBox="1"/>
          <p:nvPr/>
        </p:nvSpPr>
        <p:spPr>
          <a:xfrm>
            <a:off x="7582500" y="94639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0" name="Google Shape;240;p37"/>
          <p:cNvSpPr txBox="1"/>
          <p:nvPr/>
        </p:nvSpPr>
        <p:spPr>
          <a:xfrm>
            <a:off x="923400" y="115532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37"/>
          <p:cNvSpPr txBox="1"/>
          <p:nvPr/>
        </p:nvSpPr>
        <p:spPr>
          <a:xfrm>
            <a:off x="923400" y="109584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7"/>
          <p:cNvSpPr txBox="1"/>
          <p:nvPr/>
        </p:nvSpPr>
        <p:spPr>
          <a:xfrm>
            <a:off x="7582500" y="109584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/>
        </p:nvSpPr>
        <p:spPr>
          <a:xfrm>
            <a:off x="1490300" y="16909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8" name="Google Shape;248;p38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9" name="Google Shape;249;p38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50" name="Google Shape;250;p38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1" name="Google Shape;251;p38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2" name="Google Shape;252;p38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9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8" name="Google Shape;258;p39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2" name="Google Shape;262;p39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8" name="Google Shape;268;p40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9" name="Google Shape;269;p40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70" name="Google Shape;270;p40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1" name="Google Shape;271;p40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2" name="Google Shape;272;p40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1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8" name="Google Shape;278;p41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9" name="Google Shape;279;p41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80" name="Google Shape;280;p41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1" name="Google Shape;281;p41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2" name="Google Shape;282;p41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619</Words>
  <Application>Microsoft Office PowerPoint</Application>
  <PresentationFormat>Custom</PresentationFormat>
  <Paragraphs>133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Public Sans</vt:lpstr>
      <vt:lpstr>Archivo</vt:lpstr>
      <vt:lpstr>Arial</vt:lpstr>
      <vt:lpstr>Public Sans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2025-12-28T06:01:53Z</dcterms:modified>
</cp:coreProperties>
</file>