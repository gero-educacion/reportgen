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0287000" cy="18288000"/>
  <p:notesSz cx="6858000" cy="9144000"/>
  <p:embeddedFontLst>
    <p:embeddedFont>
      <p:font typeface="Public Sans" panose="020B0604020202020204" charset="0"/>
      <p:regular r:id="rId8"/>
      <p:bold r:id="rId9"/>
      <p:italic r:id="rId10"/>
      <p:bold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909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7c0ad2538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7c0ad2538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7c0ad2538f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7c0ad2538f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7c0ad2538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7c0ad2538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7c0ad2538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7c0ad2538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73324" y="4126900"/>
            <a:ext cx="7211100" cy="14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" sz="2800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sz="2800" b="1" i="0" u="none" strike="noStrike" cap="none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044900" y="4126900"/>
            <a:ext cx="8228400" cy="561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" sz="28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&lt;&lt;f10002&gt;&gt;</a:t>
            </a:r>
            <a:endParaRPr sz="28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endParaRPr sz="28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044900" y="7970325"/>
            <a:ext cx="8228400" cy="3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" sz="28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&lt;&lt;f10003 &gt;&gt;</a:t>
            </a:r>
            <a:endParaRPr sz="28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endParaRPr sz="28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endParaRPr sz="28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/>
        </p:nvSpPr>
        <p:spPr>
          <a:xfrm>
            <a:off x="1029300" y="8934250"/>
            <a:ext cx="8228400" cy="70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" sz="2800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&lt;&lt;f10004&gt;&gt;</a:t>
            </a:r>
            <a:endParaRPr sz="28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endParaRPr sz="28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endParaRPr sz="28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endParaRPr sz="2800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Office PowerPoint</Application>
  <PresentationFormat>Custom</PresentationFormat>
  <Paragraphs>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Public Sans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2026-08-04T16:37:43Z</dcterms:modified>
</cp:coreProperties>
</file>