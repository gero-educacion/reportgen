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0287000" cy="18288000"/>
  <p:notesSz cx="6858000" cy="9144000"/>
  <p:embeddedFontLst>
    <p:embeddedFont>
      <p:font typeface="Public Sans" panose="020B060402020202020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760">
          <p15:clr>
            <a:srgbClr val="747775"/>
          </p15:clr>
        </p15:guide>
        <p15:guide id="2" pos="32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2909" y="106"/>
      </p:cViewPr>
      <p:guideLst>
        <p:guide orient="horz" pos="5760"/>
        <p:guide pos="32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c0ad2538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c0ad2538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c0ad2538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c0ad2538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c0ad2538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7c0ad2538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c0ad2538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7c0ad2538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1pPr>
            <a:lvl2pPr lvl="1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2pPr>
            <a:lvl3pPr lvl="2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3pPr>
            <a:lvl4pPr lvl="3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4pPr>
            <a:lvl5pPr lvl="4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5pPr>
            <a:lvl6pPr lvl="5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6pPr>
            <a:lvl7pPr lvl="6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7pPr>
            <a:lvl8pPr lvl="7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8pPr>
            <a:lvl9pPr lvl="8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1pPr>
            <a:lvl2pPr lvl="1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2pPr>
            <a:lvl3pPr lvl="2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3pPr>
            <a:lvl4pPr lvl="3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4pPr>
            <a:lvl5pPr lvl="4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5pPr>
            <a:lvl6pPr lvl="5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6pPr>
            <a:lvl7pPr lvl="6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7pPr>
            <a:lvl8pPr lvl="7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8pPr>
            <a:lvl9pPr lvl="8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7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marL="914400" lvl="1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1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1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marL="914400" lvl="1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1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1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9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1pPr>
            <a:lvl2pPr lvl="1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2pPr>
            <a:lvl3pPr lvl="2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3pPr>
            <a:lvl4pPr lvl="3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4pPr>
            <a:lvl5pPr lvl="4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5pPr>
            <a:lvl6pPr lvl="5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6pPr>
            <a:lvl7pPr lvl="6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7pPr>
            <a:lvl8pPr lvl="7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8pPr>
            <a:lvl9pPr lvl="8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376061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1pPr>
            <a:lvl2pPr marL="914400" lvl="1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1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1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1pPr>
            <a:lvl2pPr lvl="1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2pPr>
            <a:lvl3pPr lvl="2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3pPr>
            <a:lvl4pPr lvl="3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4pPr>
            <a:lvl5pPr lvl="4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5pPr>
            <a:lvl6pPr lvl="5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6pPr>
            <a:lvl7pPr lvl="6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7pPr>
            <a:lvl8pPr lvl="7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8pPr>
            <a:lvl9pPr lvl="8">
              <a:spcBef>
                <a:spcPts val="0"/>
              </a:spcBef>
              <a:spcAft>
                <a:spcPts val="0"/>
              </a:spcAft>
              <a:buSzPts val="9289"/>
              <a:buNone/>
              <a:defRPr sz="9289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6925" tIns="176925" rIns="176925" bIns="176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1pPr>
            <a:lvl2pPr lvl="1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2pPr>
            <a:lvl3pPr lvl="2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3pPr>
            <a:lvl4pPr lvl="3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4pPr>
            <a:lvl5pPr lvl="4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5pPr>
            <a:lvl6pPr lvl="5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6pPr>
            <a:lvl7pPr lvl="6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7pPr>
            <a:lvl8pPr lvl="7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8pPr>
            <a:lvl9pPr lvl="8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8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4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449791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3"/>
              <a:buNone/>
              <a:defRPr sz="3483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1pPr>
            <a:lvl2pPr lvl="1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2pPr>
            <a:lvl3pPr lvl="2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3pPr>
            <a:lvl4pPr lvl="3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4pPr>
            <a:lvl5pPr lvl="4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5pPr>
            <a:lvl6pPr lvl="5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6pPr>
            <a:lvl7pPr lvl="6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7pPr>
            <a:lvl8pPr lvl="7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8pPr>
            <a:lvl9pPr lvl="8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 algn="ctr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8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8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8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8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8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9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●"/>
              <a:defRPr sz="3483">
                <a:solidFill>
                  <a:schemeClr val="dk2"/>
                </a:solidFill>
              </a:defRPr>
            </a:lvl1pPr>
            <a:lvl2pPr marL="914400" lvl="1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2pPr>
            <a:lvl3pPr marL="1371600" lvl="2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3pPr>
            <a:lvl4pPr marL="1828800" lvl="3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4pPr>
            <a:lvl5pPr marL="2286000" lvl="4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5pPr>
            <a:lvl6pPr marL="2743200" lvl="5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6pPr>
            <a:lvl7pPr marL="3200400" lvl="6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7pPr>
            <a:lvl8pPr marL="3657600" lvl="7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8pPr>
            <a:lvl9pPr marL="4114800" lvl="8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r">
              <a:buNone/>
              <a:defRPr sz="1935">
                <a:solidFill>
                  <a:schemeClr val="dk2"/>
                </a:solidFill>
              </a:defRPr>
            </a:lvl1pPr>
            <a:lvl2pPr lvl="1" algn="r">
              <a:buNone/>
              <a:defRPr sz="1935">
                <a:solidFill>
                  <a:schemeClr val="dk2"/>
                </a:solidFill>
              </a:defRPr>
            </a:lvl2pPr>
            <a:lvl3pPr lvl="2" algn="r">
              <a:buNone/>
              <a:defRPr sz="1935">
                <a:solidFill>
                  <a:schemeClr val="dk2"/>
                </a:solidFill>
              </a:defRPr>
            </a:lvl3pPr>
            <a:lvl4pPr lvl="3" algn="r">
              <a:buNone/>
              <a:defRPr sz="1935">
                <a:solidFill>
                  <a:schemeClr val="dk2"/>
                </a:solidFill>
              </a:defRPr>
            </a:lvl4pPr>
            <a:lvl5pPr lvl="4" algn="r">
              <a:buNone/>
              <a:defRPr sz="1935">
                <a:solidFill>
                  <a:schemeClr val="dk2"/>
                </a:solidFill>
              </a:defRPr>
            </a:lvl5pPr>
            <a:lvl6pPr lvl="5" algn="r">
              <a:buNone/>
              <a:defRPr sz="1935">
                <a:solidFill>
                  <a:schemeClr val="dk2"/>
                </a:solidFill>
              </a:defRPr>
            </a:lvl6pPr>
            <a:lvl7pPr lvl="6" algn="r">
              <a:buNone/>
              <a:defRPr sz="1935">
                <a:solidFill>
                  <a:schemeClr val="dk2"/>
                </a:solidFill>
              </a:defRPr>
            </a:lvl7pPr>
            <a:lvl8pPr lvl="7" algn="r">
              <a:buNone/>
              <a:defRPr sz="1935">
                <a:solidFill>
                  <a:schemeClr val="dk2"/>
                </a:solidFill>
              </a:defRPr>
            </a:lvl8pPr>
            <a:lvl9pPr lvl="8" algn="r">
              <a:buNone/>
              <a:defRPr sz="1935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73324" y="4126900"/>
            <a:ext cx="7211100" cy="14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2800" b="1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&lt;&lt;Nombre y Apellido&gt;&gt;</a:t>
            </a:r>
            <a:endParaRPr sz="2800" b="1" i="0" u="none" strike="noStrike" cap="none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1044900" y="4126900"/>
            <a:ext cx="8228400" cy="56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2800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&lt;&lt;f10002&gt;&gt;</a:t>
            </a:r>
            <a:endParaRPr sz="2800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2800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1044900" y="7970325"/>
            <a:ext cx="8228400" cy="39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&lt;&lt;f10003&gt;&gt;</a:t>
            </a:r>
            <a:endParaRPr sz="2800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2800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2800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1029300" y="8934250"/>
            <a:ext cx="8228400" cy="70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2800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&lt;&lt;f10004&gt;&gt;</a:t>
            </a:r>
            <a:endParaRPr sz="2800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2800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2800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endParaRPr sz="2800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Custom</PresentationFormat>
  <Paragraphs>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Public Sans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juani vila bach</cp:lastModifiedBy>
  <cp:revision>2</cp:revision>
  <dcterms:modified xsi:type="dcterms:W3CDTF">2026-09-24T18:25:33Z</dcterms:modified>
</cp:coreProperties>
</file>