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0287000" cy="18288000"/>
  <p:notesSz cx="6858000" cy="9144000"/>
  <p:embeddedFontLst>
    <p:embeddedFont>
      <p:font typeface="Public Sans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EA94A1-D25D-4285-962E-3C7C3E22BFD3}" v="2" dt="2026-03-02T22:45:07.7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523" y="-715"/>
      </p:cViewPr>
      <p:guideLst>
        <p:guide pos="609"/>
        <p:guide pos="5904"/>
        <p:guide orient="horz" pos="2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3-02T22:45:10.132" v="33" actId="20577"/>
      <pc:docMkLst>
        <pc:docMk/>
      </pc:docMkLst>
      <pc:sldChg chg="addSp delSp modSp mod">
        <pc:chgData name="juani vila bach" userId="140d79d91c36b714" providerId="LiveId" clId="{681BBBA0-CB6B-4408-8383-25A2ECA50787}" dt="2026-03-02T22:41:24.207" v="20" actId="478"/>
        <pc:sldMkLst>
          <pc:docMk/>
          <pc:sldMk cId="0" sldId="273"/>
        </pc:sldMkLst>
        <pc:spChg chg="add del">
          <ac:chgData name="juani vila bach" userId="140d79d91c36b714" providerId="LiveId" clId="{681BBBA0-CB6B-4408-8383-25A2ECA50787}" dt="2026-03-02T22:41:24.207" v="20" actId="478"/>
          <ac:spMkLst>
            <pc:docMk/>
            <pc:sldMk cId="0" sldId="273"/>
            <ac:spMk id="2" creationId="{2B98F375-FB93-7420-7E07-926C2FD18049}"/>
          </ac:spMkLst>
        </pc:spChg>
      </pc:sldChg>
      <pc:sldChg chg="addSp delSp modSp mod">
        <pc:chgData name="juani vila bach" userId="140d79d91c36b714" providerId="LiveId" clId="{681BBBA0-CB6B-4408-8383-25A2ECA50787}" dt="2026-03-02T22:45:10.132" v="33" actId="20577"/>
        <pc:sldMkLst>
          <pc:docMk/>
          <pc:sldMk cId="0" sldId="275"/>
        </pc:sldMkLst>
        <pc:spChg chg="add del mod">
          <ac:chgData name="juani vila bach" userId="140d79d91c36b714" providerId="LiveId" clId="{681BBBA0-CB6B-4408-8383-25A2ECA50787}" dt="2026-03-02T22:44:59.454" v="28" actId="478"/>
          <ac:spMkLst>
            <pc:docMk/>
            <pc:sldMk cId="0" sldId="275"/>
            <ac:spMk id="2" creationId="{540565C8-7F72-033B-3BF4-AFC40FD32019}"/>
          </ac:spMkLst>
        </pc:spChg>
        <pc:spChg chg="add mod">
          <ac:chgData name="juani vila bach" userId="140d79d91c36b714" providerId="LiveId" clId="{681BBBA0-CB6B-4408-8383-25A2ECA50787}" dt="2026-03-02T22:45:10.132" v="33" actId="20577"/>
          <ac:spMkLst>
            <pc:docMk/>
            <pc:sldMk cId="0" sldId="275"/>
            <ac:spMk id="3" creationId="{4F524C5E-FEA7-9C9E-6288-4E7E629BBC1F}"/>
          </ac:spMkLst>
        </pc:spChg>
        <pc:spChg chg="del mod">
          <ac:chgData name="juani vila bach" userId="140d79d91c36b714" providerId="LiveId" clId="{681BBBA0-CB6B-4408-8383-25A2ECA50787}" dt="2026-03-02T22:45:02.144" v="30" actId="478"/>
          <ac:spMkLst>
            <pc:docMk/>
            <pc:sldMk cId="0" sldId="275"/>
            <ac:spMk id="23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50098976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50098976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6500989760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6500989760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6500989760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6500989760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6500989760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6500989760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6500989760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6500989760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500989760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500989760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650098976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650098976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6500989760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6500989760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6500989760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6500989760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6500989760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6500989760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6500989760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6500989760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6500989760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6500989760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00989760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00989760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7ac5191999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7ac5191999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7ac5191999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7ac5191999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500989760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500989760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50098976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650098976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fcf4463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fcf4463b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7fcf4463bc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7fcf4463bc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7fcf4463b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7fcf4463b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fcf4463b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fcf4463b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6500989760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6500989760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95400" y="14957900"/>
            <a:ext cx="7386300" cy="18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5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/>
          <p:nvPr/>
        </p:nvSpPr>
        <p:spPr>
          <a:xfrm>
            <a:off x="1255400" y="7225850"/>
            <a:ext cx="7604400" cy="5843400"/>
          </a:xfrm>
          <a:prstGeom prst="rect">
            <a:avLst/>
          </a:prstGeom>
          <a:solidFill>
            <a:srgbClr val="8CBD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0" name="Google Shape;6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95388" y="8671175"/>
            <a:ext cx="7896225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820675" y="13373000"/>
            <a:ext cx="8552100" cy="19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820675" y="15674991"/>
            <a:ext cx="8552100" cy="215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0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2489700" y="11726400"/>
            <a:ext cx="70272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Apellido&gt;&gt;?</a:t>
            </a:r>
            <a:endParaRPr sz="3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/>
        </p:nvSpPr>
        <p:spPr>
          <a:xfrm>
            <a:off x="1537375" y="703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7"/>
          <p:cNvSpPr txBox="1"/>
          <p:nvPr/>
        </p:nvSpPr>
        <p:spPr>
          <a:xfrm>
            <a:off x="7664525" y="65212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1537375" y="6521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1537375" y="821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7664525" y="76967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7"/>
          <p:cNvSpPr txBox="1"/>
          <p:nvPr/>
        </p:nvSpPr>
        <p:spPr>
          <a:xfrm>
            <a:off x="1537375" y="7696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1537375" y="9390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7"/>
          <p:cNvSpPr txBox="1"/>
          <p:nvPr/>
        </p:nvSpPr>
        <p:spPr>
          <a:xfrm>
            <a:off x="7664525" y="88721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7"/>
          <p:cNvSpPr txBox="1"/>
          <p:nvPr/>
        </p:nvSpPr>
        <p:spPr>
          <a:xfrm>
            <a:off x="1537375" y="8872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1537375" y="105662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7"/>
          <p:cNvSpPr txBox="1"/>
          <p:nvPr/>
        </p:nvSpPr>
        <p:spPr>
          <a:xfrm>
            <a:off x="7664525" y="100476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1537375" y="10047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1537375" y="117417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7664525" y="112230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1537375" y="112230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1537375" y="129171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2" name="Google Shape;92;p17"/>
          <p:cNvSpPr txBox="1"/>
          <p:nvPr/>
        </p:nvSpPr>
        <p:spPr>
          <a:xfrm>
            <a:off x="7664525" y="123985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1537375" y="123985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1537375" y="140926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7664525" y="1357395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537375" y="135739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537375" y="586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7664525" y="5345800"/>
            <a:ext cx="1356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sz="19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1537375" y="53458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/>
          <p:nvPr/>
        </p:nvSpPr>
        <p:spPr>
          <a:xfrm>
            <a:off x="966125" y="10057025"/>
            <a:ext cx="8406600" cy="71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5" name="Google Shape;105;p18"/>
          <p:cNvSpPr txBox="1"/>
          <p:nvPr/>
        </p:nvSpPr>
        <p:spPr>
          <a:xfrm>
            <a:off x="2546700" y="8252275"/>
            <a:ext cx="67497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¿Qué nos ha contado &lt;&lt;Nombre y Apellido&gt;&gt; ?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/>
        </p:nvSpPr>
        <p:spPr>
          <a:xfrm>
            <a:off x="858150" y="10024875"/>
            <a:ext cx="8570700" cy="60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2"/>
                </a:solidFill>
              </a:rPr>
              <a:t>&lt;&lt;URL GRAFICO HOLLAND&gt;&gt;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966125" y="16273850"/>
            <a:ext cx="7074300" cy="15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Veamos en detalle los estilos predominantes en el perfil de </a:t>
            </a:r>
            <a:r>
              <a:rPr lang="en" sz="29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/>
        </p:nvSpPr>
        <p:spPr>
          <a:xfrm>
            <a:off x="15320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1532000" y="1535675"/>
            <a:ext cx="5287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/>
          <p:nvPr/>
        </p:nvSpPr>
        <p:spPr>
          <a:xfrm>
            <a:off x="929266" y="102880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9" name="Google Shape;139;p24"/>
          <p:cNvSpPr txBox="1"/>
          <p:nvPr/>
        </p:nvSpPr>
        <p:spPr>
          <a:xfrm>
            <a:off x="929266" y="10877221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0" name="Google Shape;140;p24"/>
          <p:cNvSpPr txBox="1"/>
          <p:nvPr/>
        </p:nvSpPr>
        <p:spPr>
          <a:xfrm>
            <a:off x="7588516" y="10288021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1" name="Google Shape;141;p24"/>
          <p:cNvSpPr txBox="1"/>
          <p:nvPr/>
        </p:nvSpPr>
        <p:spPr>
          <a:xfrm>
            <a:off x="924064" y="89001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924064" y="94893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3" name="Google Shape;143;p24"/>
          <p:cNvSpPr txBox="1"/>
          <p:nvPr/>
        </p:nvSpPr>
        <p:spPr>
          <a:xfrm>
            <a:off x="7583314" y="8900150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917506" y="74561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917506" y="8045384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6" name="Google Shape;146;p24"/>
          <p:cNvSpPr txBox="1"/>
          <p:nvPr/>
        </p:nvSpPr>
        <p:spPr>
          <a:xfrm>
            <a:off x="7576756" y="7456184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7" name="Google Shape;147;p24"/>
          <p:cNvSpPr txBox="1"/>
          <p:nvPr/>
        </p:nvSpPr>
        <p:spPr>
          <a:xfrm>
            <a:off x="912304" y="60683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912304" y="665751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7571554" y="606831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940287" y="46804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940287" y="5269633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2" name="Google Shape;152;p24"/>
          <p:cNvSpPr txBox="1"/>
          <p:nvPr/>
        </p:nvSpPr>
        <p:spPr>
          <a:xfrm>
            <a:off x="7599537" y="4680433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935085" y="32925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935085" y="3881762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7594335" y="3292562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928527" y="18485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7" name="Google Shape;157;p24"/>
          <p:cNvSpPr txBox="1"/>
          <p:nvPr/>
        </p:nvSpPr>
        <p:spPr>
          <a:xfrm>
            <a:off x="928527" y="2437796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7571554" y="1822789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26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923325" y="4607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0" name="Google Shape;160;p24"/>
          <p:cNvSpPr txBox="1"/>
          <p:nvPr/>
        </p:nvSpPr>
        <p:spPr>
          <a:xfrm>
            <a:off x="923325" y="10499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2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583314" y="353025"/>
            <a:ext cx="15876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 dirty="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2600" b="1" dirty="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/>
        </p:nvSpPr>
        <p:spPr>
          <a:xfrm>
            <a:off x="1467969" y="12650673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7263648" y="1139992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1491919" y="10098223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9" name="Google Shape;169;p25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5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6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6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9" name="Google Shape;179;p26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1" name="Google Shape;181;p26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7" name="Google Shape;187;p27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8" name="Google Shape;188;p27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7256354" y="3033991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1" name="Google Shape;191;p27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8"/>
          <p:cNvSpPr txBox="1"/>
          <p:nvPr/>
        </p:nvSpPr>
        <p:spPr>
          <a:xfrm>
            <a:off x="1465877" y="12723942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7" name="Google Shape;197;p28"/>
          <p:cNvSpPr txBox="1"/>
          <p:nvPr/>
        </p:nvSpPr>
        <p:spPr>
          <a:xfrm>
            <a:off x="7261556" y="11417164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1489827" y="10171492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1460675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7256354" y="3005976"/>
            <a:ext cx="1701900" cy="15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1" name="Google Shape;201;p28"/>
          <p:cNvSpPr txBox="1"/>
          <p:nvPr/>
        </p:nvSpPr>
        <p:spPr>
          <a:xfrm>
            <a:off x="1484625" y="1704275"/>
            <a:ext cx="5514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3000" b="1"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0"/>
          <p:cNvSpPr txBox="1"/>
          <p:nvPr/>
        </p:nvSpPr>
        <p:spPr>
          <a:xfrm>
            <a:off x="4352650" y="134072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1800" i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1" name="Google Shape;211;p30"/>
          <p:cNvSpPr txBox="1"/>
          <p:nvPr/>
        </p:nvSpPr>
        <p:spPr>
          <a:xfrm>
            <a:off x="4352650" y="11045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1800" i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2" name="Google Shape;212;p30"/>
          <p:cNvSpPr txBox="1"/>
          <p:nvPr/>
        </p:nvSpPr>
        <p:spPr>
          <a:xfrm>
            <a:off x="4352650" y="86828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1800" i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3" name="Google Shape;213;p30"/>
          <p:cNvSpPr txBox="1"/>
          <p:nvPr/>
        </p:nvSpPr>
        <p:spPr>
          <a:xfrm>
            <a:off x="4346900" y="6316550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1800" i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4" name="Google Shape;214;p30"/>
          <p:cNvSpPr txBox="1"/>
          <p:nvPr/>
        </p:nvSpPr>
        <p:spPr>
          <a:xfrm>
            <a:off x="1115700" y="12133775"/>
            <a:ext cx="80556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5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5" name="Google Shape;215;p30"/>
          <p:cNvSpPr txBox="1"/>
          <p:nvPr/>
        </p:nvSpPr>
        <p:spPr>
          <a:xfrm>
            <a:off x="1089450" y="9771575"/>
            <a:ext cx="80556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5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6" name="Google Shape;216;p30"/>
          <p:cNvSpPr txBox="1"/>
          <p:nvPr/>
        </p:nvSpPr>
        <p:spPr>
          <a:xfrm>
            <a:off x="1115700" y="7409375"/>
            <a:ext cx="80556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25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7" name="Google Shape;217;p30"/>
          <p:cNvSpPr txBox="1"/>
          <p:nvPr/>
        </p:nvSpPr>
        <p:spPr>
          <a:xfrm>
            <a:off x="1089450" y="5038925"/>
            <a:ext cx="80556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2500" b="1"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18" name="Google Shape;218;p30"/>
          <p:cNvSpPr txBox="1"/>
          <p:nvPr/>
        </p:nvSpPr>
        <p:spPr>
          <a:xfrm>
            <a:off x="966125" y="1064050"/>
            <a:ext cx="8284500" cy="30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Considerando los intereses, estilo de vida deseado, características de personalidad y aptitudes presentadas anteriormente, se le recomienda a </a:t>
            </a:r>
            <a:r>
              <a:rPr lang="en" sz="26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r>
              <a:rPr lang="en" sz="22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, </a:t>
            </a:r>
            <a:r>
              <a:rPr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que al comenzar la exploración de estudios tenga en cuenta las siguientes hipótesis de carreras:</a:t>
            </a:r>
            <a:endParaRPr sz="2483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1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2800" b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239;p33">
            <a:extLst>
              <a:ext uri="{FF2B5EF4-FFF2-40B4-BE49-F238E27FC236}">
                <a16:creationId xmlns:a16="http://schemas.microsoft.com/office/drawing/2014/main" id="{4F524C5E-FEA7-9C9E-6288-4E7E629BBC1F}"/>
              </a:ext>
            </a:extLst>
          </p:cNvPr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2800" b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800" b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3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3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3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4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5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4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4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0" name="Google Shape;250;p34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561</Words>
  <Application>Microsoft Office PowerPoint</Application>
  <PresentationFormat>Custom</PresentationFormat>
  <Paragraphs>111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Public Sans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2026-03-02T22:45:20Z</dcterms:modified>
</cp:coreProperties>
</file>