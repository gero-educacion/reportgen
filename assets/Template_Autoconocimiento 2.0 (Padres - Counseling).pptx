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0287000" cy="18288000"/>
  <p:notesSz cx="6858000" cy="9144000"/>
  <p:embeddedFontLst>
    <p:embeddedFont>
      <p:font typeface="Public Sans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609">
          <p15:clr>
            <a:srgbClr val="747775"/>
          </p15:clr>
        </p15:guide>
        <p15:guide id="2" pos="5904">
          <p15:clr>
            <a:srgbClr val="747775"/>
          </p15:clr>
        </p15:guide>
        <p15:guide id="3" orient="horz" pos="25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909" y="106"/>
      </p:cViewPr>
      <p:guideLst>
        <p:guide pos="609"/>
        <p:guide pos="5904"/>
        <p:guide orient="horz" pos="2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i vila bach" userId="140d79d91c36b714" providerId="LiveId" clId="{681BBBA0-CB6B-4408-8383-25A2ECA50787}"/>
    <pc:docChg chg="undo custSel modSld">
      <pc:chgData name="juani vila bach" userId="140d79d91c36b714" providerId="LiveId" clId="{681BBBA0-CB6B-4408-8383-25A2ECA50787}" dt="2025-12-28T06:00:35.493" v="18" actId="255"/>
      <pc:docMkLst>
        <pc:docMk/>
      </pc:docMkLst>
      <pc:sldChg chg="modSp mod">
        <pc:chgData name="juani vila bach" userId="140d79d91c36b714" providerId="LiveId" clId="{681BBBA0-CB6B-4408-8383-25A2ECA50787}" dt="2025-12-28T05:59:19.388" v="9" actId="20577"/>
        <pc:sldMkLst>
          <pc:docMk/>
          <pc:sldMk cId="0" sldId="260"/>
        </pc:sldMkLst>
        <pc:spChg chg="mod">
          <ac:chgData name="juani vila bach" userId="140d79d91c36b714" providerId="LiveId" clId="{681BBBA0-CB6B-4408-8383-25A2ECA50787}" dt="2025-12-28T05:59:09.552" v="1" actId="20577"/>
          <ac:spMkLst>
            <pc:docMk/>
            <pc:sldMk cId="0" sldId="260"/>
            <ac:spMk id="77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9:10.811" v="2" actId="20577"/>
          <ac:spMkLst>
            <pc:docMk/>
            <pc:sldMk cId="0" sldId="260"/>
            <ac:spMk id="80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9:11.895" v="3" actId="20577"/>
          <ac:spMkLst>
            <pc:docMk/>
            <pc:sldMk cId="0" sldId="260"/>
            <ac:spMk id="83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9:12.796" v="4" actId="20577"/>
          <ac:spMkLst>
            <pc:docMk/>
            <pc:sldMk cId="0" sldId="260"/>
            <ac:spMk id="86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9:14.330" v="5" actId="20577"/>
          <ac:spMkLst>
            <pc:docMk/>
            <pc:sldMk cId="0" sldId="260"/>
            <ac:spMk id="89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9:15.499" v="6" actId="20577"/>
          <ac:spMkLst>
            <pc:docMk/>
            <pc:sldMk cId="0" sldId="260"/>
            <ac:spMk id="92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9:19.388" v="9" actId="20577"/>
          <ac:spMkLst>
            <pc:docMk/>
            <pc:sldMk cId="0" sldId="260"/>
            <ac:spMk id="95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9:08.390" v="0" actId="20577"/>
          <ac:spMkLst>
            <pc:docMk/>
            <pc:sldMk cId="0" sldId="260"/>
            <ac:spMk id="98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6:00:02.732" v="13" actId="1076"/>
        <pc:sldMkLst>
          <pc:docMk/>
          <pc:sldMk cId="0" sldId="267"/>
        </pc:sldMkLst>
        <pc:spChg chg="mod">
          <ac:chgData name="juani vila bach" userId="140d79d91c36b714" providerId="LiveId" clId="{681BBBA0-CB6B-4408-8383-25A2ECA50787}" dt="2025-12-28T06:00:02.732" v="13" actId="1076"/>
          <ac:spMkLst>
            <pc:docMk/>
            <pc:sldMk cId="0" sldId="267"/>
            <ac:spMk id="158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5:59:40.353" v="10" actId="1076"/>
          <ac:spMkLst>
            <pc:docMk/>
            <pc:sldMk cId="0" sldId="267"/>
            <ac:spMk id="161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6:00:21.796" v="15" actId="255"/>
        <pc:sldMkLst>
          <pc:docMk/>
          <pc:sldMk cId="0" sldId="273"/>
        </pc:sldMkLst>
        <pc:spChg chg="mod">
          <ac:chgData name="juani vila bach" userId="140d79d91c36b714" providerId="LiveId" clId="{681BBBA0-CB6B-4408-8383-25A2ECA50787}" dt="2025-12-28T06:00:21.796" v="15" actId="255"/>
          <ac:spMkLst>
            <pc:docMk/>
            <pc:sldMk cId="0" sldId="273"/>
            <ac:spMk id="214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6:00:21.796" v="15" actId="255"/>
          <ac:spMkLst>
            <pc:docMk/>
            <pc:sldMk cId="0" sldId="273"/>
            <ac:spMk id="215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6:00:21.796" v="15" actId="255"/>
          <ac:spMkLst>
            <pc:docMk/>
            <pc:sldMk cId="0" sldId="273"/>
            <ac:spMk id="216" creationId="{00000000-0000-0000-0000-000000000000}"/>
          </ac:spMkLst>
        </pc:spChg>
        <pc:spChg chg="mod">
          <ac:chgData name="juani vila bach" userId="140d79d91c36b714" providerId="LiveId" clId="{681BBBA0-CB6B-4408-8383-25A2ECA50787}" dt="2025-12-28T06:00:21.796" v="15" actId="255"/>
          <ac:spMkLst>
            <pc:docMk/>
            <pc:sldMk cId="0" sldId="273"/>
            <ac:spMk id="217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6:00:28.365" v="16" actId="255"/>
        <pc:sldMkLst>
          <pc:docMk/>
          <pc:sldMk cId="0" sldId="274"/>
        </pc:sldMkLst>
        <pc:spChg chg="mod">
          <ac:chgData name="juani vila bach" userId="140d79d91c36b714" providerId="LiveId" clId="{681BBBA0-CB6B-4408-8383-25A2ECA50787}" dt="2025-12-28T06:00:28.365" v="16" actId="255"/>
          <ac:spMkLst>
            <pc:docMk/>
            <pc:sldMk cId="0" sldId="274"/>
            <ac:spMk id="223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6:00:32.009" v="17" actId="255"/>
        <pc:sldMkLst>
          <pc:docMk/>
          <pc:sldMk cId="0" sldId="275"/>
        </pc:sldMkLst>
        <pc:spChg chg="mod">
          <ac:chgData name="juani vila bach" userId="140d79d91c36b714" providerId="LiveId" clId="{681BBBA0-CB6B-4408-8383-25A2ECA50787}" dt="2025-12-28T06:00:32.009" v="17" actId="255"/>
          <ac:spMkLst>
            <pc:docMk/>
            <pc:sldMk cId="0" sldId="275"/>
            <ac:spMk id="231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5-12-28T06:00:35.493" v="18" actId="255"/>
        <pc:sldMkLst>
          <pc:docMk/>
          <pc:sldMk cId="0" sldId="276"/>
        </pc:sldMkLst>
        <pc:spChg chg="mod">
          <ac:chgData name="juani vila bach" userId="140d79d91c36b714" providerId="LiveId" clId="{681BBBA0-CB6B-4408-8383-25A2ECA50787}" dt="2025-12-28T06:00:35.493" v="18" actId="255"/>
          <ac:spMkLst>
            <pc:docMk/>
            <pc:sldMk cId="0" sldId="276"/>
            <ac:spMk id="23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5009897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5009897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50098976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50098976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5009897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5009897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50098976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6500989760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50098976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50098976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5009897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5009897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50098976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50098976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500989760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500989760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500989760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500989760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500989760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500989760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50098976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50098976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500989760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500989760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500989760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500989760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ac5191999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ac5191999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ac5191999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ac5191999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50098976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650098976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500989760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6500989760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7fcf4463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7fcf4463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fcf4463b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7fcf4463b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fcf4463b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7fcf4463b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fcf4463b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7fcf4463b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500989760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6500989760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marL="914400" lvl="1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marL="1371600" lvl="2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marL="1828800" lvl="3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marL="2286000" lvl="4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marL="2743200" lvl="5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marL="3200400" lvl="6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marL="3657600" lvl="7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marL="4114800" lvl="8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95400" y="14957900"/>
            <a:ext cx="7386300" cy="18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sz="35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1255400" y="7225850"/>
            <a:ext cx="7604400" cy="5843400"/>
          </a:xfrm>
          <a:prstGeom prst="rect">
            <a:avLst/>
          </a:prstGeom>
          <a:solidFill>
            <a:srgbClr val="8CBD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5388" y="8671175"/>
            <a:ext cx="7896225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820675" y="13373000"/>
            <a:ext cx="8552100" cy="19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interes 01&gt;&gt;</a:t>
            </a:r>
            <a:endParaRPr sz="20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820675" y="15674991"/>
            <a:ext cx="8552100" cy="21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interes 02&gt;&gt;</a:t>
            </a:r>
            <a:endParaRPr sz="20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2489700" y="11726400"/>
            <a:ext cx="7027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¿Qué nos ha contado &lt;&lt;Nombre y Apellido&gt;&gt;?</a:t>
            </a:r>
            <a:endParaRPr sz="34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1537375" y="70399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02&gt;&gt;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7664525" y="652125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02&gt;&gt;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1537375" y="65212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02&gt;&gt;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1537375" y="82153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03&gt;&gt;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7664525" y="769670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03&gt;&gt;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1537375" y="76967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03&gt;&gt;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1537375" y="93908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04&gt;&gt;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7664525" y="887215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04&gt;&gt;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1537375" y="88721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04&gt;&gt;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1537375" y="105662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05&gt;&gt;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7664525" y="1004760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05&gt;&gt;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1537375" y="100476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05&gt;&gt;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1537375" y="117417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06&gt;&gt;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7664525" y="1122305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06&gt;&gt;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1537375" y="112230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06&gt;&gt;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1537375" y="129171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07&gt;&gt;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7664525" y="1239850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07&gt;&gt;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1537375" y="123985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07&gt;&gt;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1537375" y="140926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08&gt;&gt;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7664525" y="1357395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08&gt;&gt;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1537375" y="135739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08&gt;&gt;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1537375" y="58644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01&gt;&gt;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7664525" y="5345800"/>
            <a:ext cx="1356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01&gt;&gt;</a:t>
            </a:r>
            <a:endParaRPr sz="19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537375" y="53458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01&gt;&gt;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/>
        </p:nvSpPr>
        <p:spPr>
          <a:xfrm>
            <a:off x="966125" y="10057025"/>
            <a:ext cx="8406600" cy="7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Estilo&gt;&gt;</a:t>
            </a:r>
            <a:endParaRPr sz="25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2546700" y="8252275"/>
            <a:ext cx="6749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¿Qué nos ha contado &lt;&lt;Nombre y Apellido&gt;&gt; ?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/>
        </p:nvSpPr>
        <p:spPr>
          <a:xfrm>
            <a:off x="858150" y="10024875"/>
            <a:ext cx="8570700" cy="60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dk2"/>
                </a:solidFill>
              </a:rPr>
              <a:t>&lt;&lt;URL GRAFICO HOLLAND&gt;&gt;</a:t>
            </a:r>
            <a:endParaRPr sz="3483">
              <a:solidFill>
                <a:schemeClr val="dk2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966125" y="16273850"/>
            <a:ext cx="70743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Veamos en detalle los estilos predominantes en el perfil de </a:t>
            </a:r>
            <a:r>
              <a:rPr lang="en" sz="29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/>
        </p:nvSpPr>
        <p:spPr>
          <a:xfrm>
            <a:off x="15320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01&gt;&gt;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1532000" y="1535675"/>
            <a:ext cx="528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01&gt;&gt;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/>
        </p:nvSpPr>
        <p:spPr>
          <a:xfrm>
            <a:off x="15320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02&gt;&gt;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1532000" y="1535675"/>
            <a:ext cx="528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02&gt;&gt;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/>
        </p:nvSpPr>
        <p:spPr>
          <a:xfrm>
            <a:off x="15320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03&gt;&gt;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1532000" y="1535675"/>
            <a:ext cx="5287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03&gt;&gt;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/>
        </p:nvSpPr>
        <p:spPr>
          <a:xfrm>
            <a:off x="929266" y="10288021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08&gt;&gt;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929266" y="10877221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08&gt;&gt;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7588516" y="10288021"/>
            <a:ext cx="15876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08&gt;&gt;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924064" y="890015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07&gt;&gt;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924064" y="948935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07&gt;&gt;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7583314" y="8900150"/>
            <a:ext cx="15876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07&gt;&gt;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917506" y="7456184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06&gt;&gt;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917506" y="8045384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06&gt;&gt;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7576756" y="7456184"/>
            <a:ext cx="15876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06&gt;&gt;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912304" y="6068313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05&gt;&gt;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912304" y="6657513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05&gt;&gt;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7571554" y="6068313"/>
            <a:ext cx="15876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05&gt;&gt;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940287" y="4680433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04&gt;&gt;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940287" y="5269633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04&gt;&gt;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7599537" y="4680433"/>
            <a:ext cx="15876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04&gt;&gt;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935085" y="3292562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03&gt;&gt;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935085" y="3881762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03&gt;&gt;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7594335" y="3292562"/>
            <a:ext cx="15876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03&gt;&gt;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928527" y="1848596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02&gt;&gt;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928527" y="2437796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02&gt;&gt;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7571554" y="1822789"/>
            <a:ext cx="15876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02&gt;&gt;</a:t>
            </a:r>
            <a:endParaRPr sz="26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923325" y="46072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01&gt;&gt;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923325" y="104992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01&gt;&gt;</a:t>
            </a:r>
            <a:endParaRPr sz="26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7583314" y="353025"/>
            <a:ext cx="15876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01&gt;&gt;</a:t>
            </a:r>
            <a:endParaRPr sz="2600" b="1" dirty="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/>
        </p:nvSpPr>
        <p:spPr>
          <a:xfrm>
            <a:off x="1467969" y="12650673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02&gt;&gt;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7263648" y="11399924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02&gt;&gt;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1491919" y="10098223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02&gt;&gt;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1460675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01&gt;&gt;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7256354" y="3005976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01&gt;&gt;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1484625" y="1704275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01&gt;&gt;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/>
        </p:nvSpPr>
        <p:spPr>
          <a:xfrm>
            <a:off x="1465877" y="12723942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04&gt;&gt;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7261556" y="11417164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04&gt;&gt;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1489827" y="10171492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04&gt;&gt;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1460675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03&gt;&gt;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7256354" y="3005976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03&gt;&gt;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1484625" y="1704275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03&gt;&gt;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/>
        </p:nvSpPr>
        <p:spPr>
          <a:xfrm>
            <a:off x="1465877" y="12723942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06&gt;&gt;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7261556" y="11417164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06&gt;&gt;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1489827" y="10171492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06&gt;&gt;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1460675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05&gt;&gt;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7256354" y="3033991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05&gt;&gt;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1484625" y="1704275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05&gt;&gt;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/>
        </p:nvSpPr>
        <p:spPr>
          <a:xfrm>
            <a:off x="1465877" y="12723942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08&gt;&gt;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7261556" y="11417164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08&gt;&gt;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1489827" y="10171492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08&gt;&gt;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1460675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ublic Sans"/>
                <a:ea typeface="Public Sans"/>
                <a:cs typeface="Public Sans"/>
                <a:sym typeface="Public Sans"/>
              </a:rPr>
              <a:t>&lt;&lt;DESC Gardner 07&gt;&gt;</a:t>
            </a:r>
            <a:endParaRPr sz="2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7256354" y="3005976"/>
            <a:ext cx="1701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07&gt;&gt;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1484625" y="1704275"/>
            <a:ext cx="551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Public Sans"/>
                <a:ea typeface="Public Sans"/>
                <a:cs typeface="Public Sans"/>
                <a:sym typeface="Public Sans"/>
              </a:rPr>
              <a:t>&lt;&lt;Gardner 07&gt;&gt;</a:t>
            </a:r>
            <a:endParaRPr sz="3000" b="1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/>
        </p:nvSpPr>
        <p:spPr>
          <a:xfrm>
            <a:off x="4352650" y="1340727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Public Sans"/>
                <a:ea typeface="Public Sans"/>
                <a:cs typeface="Public Sans"/>
                <a:sym typeface="Public Sans"/>
              </a:rPr>
              <a:t>&lt;&lt;AE Carrera 04&gt;&gt;</a:t>
            </a:r>
            <a:endParaRPr sz="1800" i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4352650" y="1104507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Public Sans"/>
                <a:ea typeface="Public Sans"/>
                <a:cs typeface="Public Sans"/>
                <a:sym typeface="Public Sans"/>
              </a:rPr>
              <a:t>&lt;&lt;AE Carrera 03&gt;&gt;</a:t>
            </a:r>
            <a:endParaRPr sz="1800" i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4352650" y="868287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Public Sans"/>
                <a:ea typeface="Public Sans"/>
                <a:cs typeface="Public Sans"/>
                <a:sym typeface="Public Sans"/>
              </a:rPr>
              <a:t>&lt;&lt;AE Carrera 02&gt;&gt;</a:t>
            </a:r>
            <a:endParaRPr sz="1800" i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4346900" y="6316550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latin typeface="Public Sans"/>
                <a:ea typeface="Public Sans"/>
                <a:cs typeface="Public Sans"/>
                <a:sym typeface="Public Sans"/>
              </a:rPr>
              <a:t>&lt;&lt;AE Carrera 01&gt;&gt;</a:t>
            </a:r>
            <a:endParaRPr sz="1800" i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1115700" y="12133775"/>
            <a:ext cx="80556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25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1089450" y="9771575"/>
            <a:ext cx="80556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25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1115700" y="7409375"/>
            <a:ext cx="80556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latin typeface="Public Sans"/>
                <a:ea typeface="Public Sans"/>
                <a:cs typeface="Public Sans"/>
                <a:sym typeface="Public Sans"/>
              </a:rPr>
              <a:t>&lt;&lt;Carrera 02&gt;&gt;</a:t>
            </a:r>
            <a:endParaRPr sz="25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1089450" y="5038925"/>
            <a:ext cx="80556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latin typeface="Public Sans"/>
                <a:ea typeface="Public Sans"/>
                <a:cs typeface="Public Sans"/>
                <a:sym typeface="Public Sans"/>
              </a:rPr>
              <a:t>&lt;&lt;Carrera 01&gt;&gt;</a:t>
            </a:r>
            <a:endParaRPr sz="2500"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966125" y="1064050"/>
            <a:ext cx="8284500" cy="30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Considerando los intereses, estilo de vida deseado, características de personalidad y aptitudes presentadas anteriormente, se le recomienda a </a:t>
            </a:r>
            <a:r>
              <a:rPr lang="en" sz="26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r>
              <a:rPr lang="en" sz="22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" sz="248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que al comenzar la exploración de estudios tenga en cuenta las siguientes hipótesis de carreras:</a:t>
            </a:r>
            <a:endParaRPr sz="248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01&gt;&gt;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01&gt;&gt;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01&gt;&gt;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01&gt;&gt;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</a:t>
            </a:r>
            <a:r>
              <a:rPr lang="en" sz="28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02</a:t>
            </a:r>
            <a:r>
              <a:rPr lang="en" sz="35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&gt;&gt;</a:t>
            </a:r>
            <a:endParaRPr sz="3500" b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2" name="Google Shape;232;p32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02&gt;&gt;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3" name="Google Shape;233;p32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02&gt;&gt;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02&gt;&gt;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0" name="Google Shape;240;p33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03&gt;&gt;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1" name="Google Shape;241;p33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03&gt;&gt;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03&gt;&gt;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35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04&gt;&gt;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04&gt;&gt;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0" name="Google Shape;250;p34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04&gt;&gt;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Custom</PresentationFormat>
  <Paragraphs>111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Public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2025-12-28T06:00:41Z</dcterms:modified>
</cp:coreProperties>
</file>