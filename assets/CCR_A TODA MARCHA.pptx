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0287000" cy="18288000"/>
  <p:notesSz cx="6858000" cy="9144000"/>
  <p:embeddedFontLst>
    <p:embeddedFont>
      <p:font typeface="Public Sans" panose="020B0604020202020204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760">
          <p15:clr>
            <a:srgbClr val="747775"/>
          </p15:clr>
        </p15:guide>
        <p15:guide id="2" pos="324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9" d="100"/>
          <a:sy n="19" d="100"/>
        </p:scale>
        <p:origin x="2222" y="101"/>
      </p:cViewPr>
      <p:guideLst>
        <p:guide orient="horz" pos="5760"/>
        <p:guide pos="32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ani vila bach" userId="140d79d91c36b714" providerId="LiveId" clId="{681BBBA0-CB6B-4408-8383-25A2ECA50787}"/>
    <pc:docChg chg="custSel modSld">
      <pc:chgData name="juani vila bach" userId="140d79d91c36b714" providerId="LiveId" clId="{681BBBA0-CB6B-4408-8383-25A2ECA50787}" dt="2026-03-26T20:50:26.623" v="15" actId="478"/>
      <pc:docMkLst>
        <pc:docMk/>
      </pc:docMkLst>
      <pc:sldChg chg="addSp delSp modSp mod modNotes">
        <pc:chgData name="juani vila bach" userId="140d79d91c36b714" providerId="LiveId" clId="{681BBBA0-CB6B-4408-8383-25A2ECA50787}" dt="2026-03-26T20:50:26.623" v="15" actId="478"/>
        <pc:sldMkLst>
          <pc:docMk/>
          <pc:sldMk cId="0" sldId="256"/>
        </pc:sldMkLst>
        <pc:spChg chg="add del mod">
          <ac:chgData name="juani vila bach" userId="140d79d91c36b714" providerId="LiveId" clId="{681BBBA0-CB6B-4408-8383-25A2ECA50787}" dt="2026-03-26T20:50:26.623" v="15" actId="478"/>
          <ac:spMkLst>
            <pc:docMk/>
            <pc:sldMk cId="0" sldId="256"/>
            <ac:spMk id="2" creationId="{8BB0DF57-51F2-21C6-1091-000AECBEF49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5388" y="685800"/>
            <a:ext cx="1928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6427e89ab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6427e89ab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427e89abb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6427e89abb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427e89abb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6427e89abb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427e89abb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6427e89abb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6427e89abb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6427e89abb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6427e89abb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6427e89abb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6427e89ab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6427e89abb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50672" y="2647378"/>
            <a:ext cx="9585600" cy="7298100"/>
          </a:xfrm>
          <a:prstGeom prst="rect">
            <a:avLst/>
          </a:prstGeom>
        </p:spPr>
        <p:txBody>
          <a:bodyPr spcFirstLastPara="1" wrap="square" lIns="176925" tIns="176925" rIns="176925" bIns="1769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1pPr>
            <a:lvl2pPr lvl="1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2pPr>
            <a:lvl3pPr lvl="2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3pPr>
            <a:lvl4pPr lvl="3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4pPr>
            <a:lvl5pPr lvl="4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5pPr>
            <a:lvl6pPr lvl="5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6pPr>
            <a:lvl7pPr lvl="6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7pPr>
            <a:lvl8pPr lvl="7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8pPr>
            <a:lvl9pPr lvl="8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50663" y="10076889"/>
            <a:ext cx="9585600" cy="28182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50663" y="7647467"/>
            <a:ext cx="9585600" cy="29931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1pPr>
            <a:lvl2pPr lvl="1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2pPr>
            <a:lvl3pPr lvl="2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3pPr>
            <a:lvl4pPr lvl="3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4pPr>
            <a:lvl5pPr lvl="4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5pPr>
            <a:lvl6pPr lvl="5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6pPr>
            <a:lvl7pPr lvl="6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7pPr>
            <a:lvl8pPr lvl="7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8pPr>
            <a:lvl9pPr lvl="8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1pPr>
            <a:lvl2pPr lvl="1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2pPr>
            <a:lvl3pPr lvl="2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3pPr>
            <a:lvl4pPr lvl="3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4pPr>
            <a:lvl5pPr lvl="4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5pPr>
            <a:lvl6pPr lvl="5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6pPr>
            <a:lvl7pPr lvl="6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7pPr>
            <a:lvl8pPr lvl="7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8pPr>
            <a:lvl9pPr lvl="8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50663" y="4097689"/>
            <a:ext cx="9585600" cy="121473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449791">
              <a:spcBef>
                <a:spcPts val="0"/>
              </a:spcBef>
              <a:spcAft>
                <a:spcPts val="0"/>
              </a:spcAft>
              <a:buSzPts val="3483"/>
              <a:buChar char="●"/>
              <a:defRPr sz="3483"/>
            </a:lvl1pPr>
            <a:lvl2pPr marL="914400" lvl="1" indent="-400638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2pPr>
            <a:lvl3pPr marL="1371600" lvl="2" indent="-400638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3pPr>
            <a:lvl4pPr marL="1828800" lvl="3" indent="-400638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4pPr>
            <a:lvl5pPr marL="2286000" lvl="4" indent="-400637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5pPr>
            <a:lvl6pPr marL="2743200" lvl="5" indent="-400637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6pPr>
            <a:lvl7pPr marL="3200400" lvl="6" indent="-400637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7pPr>
            <a:lvl8pPr marL="3657600" lvl="7" indent="-400637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8pPr>
            <a:lvl9pPr marL="4114800" lvl="8" indent="-400637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1pPr>
            <a:lvl2pPr lvl="1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2pPr>
            <a:lvl3pPr lvl="2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3pPr>
            <a:lvl4pPr lvl="3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4pPr>
            <a:lvl5pPr lvl="4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5pPr>
            <a:lvl6pPr lvl="5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6pPr>
            <a:lvl7pPr lvl="6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7pPr>
            <a:lvl8pPr lvl="7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8pPr>
            <a:lvl9pPr lvl="8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50663" y="4097689"/>
            <a:ext cx="4500000" cy="121473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400638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1pPr>
            <a:lvl2pPr marL="914400" lvl="1" indent="-37606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2pPr>
            <a:lvl3pPr marL="1371600" lvl="2" indent="-37606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3pPr>
            <a:lvl4pPr marL="1828800" lvl="3" indent="-37606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4pPr>
            <a:lvl5pPr marL="2286000" lvl="4" indent="-37606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5pPr>
            <a:lvl6pPr marL="2743200" lvl="5" indent="-37606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6pPr>
            <a:lvl7pPr marL="3200400" lvl="6" indent="-37606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7pPr>
            <a:lvl8pPr marL="3657600" lvl="7" indent="-376061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8pPr>
            <a:lvl9pPr marL="4114800" lvl="8" indent="-376061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5436450" y="4097689"/>
            <a:ext cx="4500000" cy="121473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400638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1pPr>
            <a:lvl2pPr marL="914400" lvl="1" indent="-37606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2pPr>
            <a:lvl3pPr marL="1371600" lvl="2" indent="-37606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3pPr>
            <a:lvl4pPr marL="1828800" lvl="3" indent="-37606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4pPr>
            <a:lvl5pPr marL="2286000" lvl="4" indent="-37606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5pPr>
            <a:lvl6pPr marL="2743200" lvl="5" indent="-37606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6pPr>
            <a:lvl7pPr marL="3200400" lvl="6" indent="-37606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7pPr>
            <a:lvl8pPr marL="3657600" lvl="7" indent="-376061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8pPr>
            <a:lvl9pPr marL="4114800" lvl="8" indent="-376061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1pPr>
            <a:lvl2pPr lvl="1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2pPr>
            <a:lvl3pPr lvl="2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3pPr>
            <a:lvl4pPr lvl="3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4pPr>
            <a:lvl5pPr lvl="4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5pPr>
            <a:lvl6pPr lvl="5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6pPr>
            <a:lvl7pPr lvl="6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7pPr>
            <a:lvl8pPr lvl="7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8pPr>
            <a:lvl9pPr lvl="8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50663" y="1975467"/>
            <a:ext cx="3159000" cy="2686800"/>
          </a:xfrm>
          <a:prstGeom prst="rect">
            <a:avLst/>
          </a:prstGeom>
        </p:spPr>
        <p:txBody>
          <a:bodyPr spcFirstLastPara="1" wrap="square" lIns="176925" tIns="176925" rIns="176925" bIns="1769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1pPr>
            <a:lvl2pPr lvl="1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2pPr>
            <a:lvl3pPr lvl="2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3pPr>
            <a:lvl4pPr lvl="3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4pPr>
            <a:lvl5pPr lvl="4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5pPr>
            <a:lvl6pPr lvl="5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6pPr>
            <a:lvl7pPr lvl="6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7pPr>
            <a:lvl8pPr lvl="7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8pPr>
            <a:lvl9pPr lvl="8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50663" y="4940800"/>
            <a:ext cx="3159000" cy="113046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37606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1pPr>
            <a:lvl2pPr marL="914400" lvl="1" indent="-37606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2pPr>
            <a:lvl3pPr marL="1371600" lvl="2" indent="-37606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3pPr>
            <a:lvl4pPr marL="1828800" lvl="3" indent="-37606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4pPr>
            <a:lvl5pPr marL="2286000" lvl="4" indent="-37606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5pPr>
            <a:lvl6pPr marL="2743200" lvl="5" indent="-37606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6pPr>
            <a:lvl7pPr marL="3200400" lvl="6" indent="-37606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7pPr>
            <a:lvl8pPr marL="3657600" lvl="7" indent="-376061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8pPr>
            <a:lvl9pPr marL="4114800" lvl="8" indent="-376061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551531" y="1600533"/>
            <a:ext cx="7163700" cy="145452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1pPr>
            <a:lvl2pPr lvl="1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2pPr>
            <a:lvl3pPr lvl="2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3pPr>
            <a:lvl4pPr lvl="3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4pPr>
            <a:lvl5pPr lvl="4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5pPr>
            <a:lvl6pPr lvl="5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6pPr>
            <a:lvl7pPr lvl="6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7pPr>
            <a:lvl8pPr lvl="7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8pPr>
            <a:lvl9pPr lvl="8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143500" y="-444"/>
            <a:ext cx="5143500" cy="1828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76925" tIns="176925" rIns="176925" bIns="1769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98688" y="4384622"/>
            <a:ext cx="4550700" cy="5270400"/>
          </a:xfrm>
          <a:prstGeom prst="rect">
            <a:avLst/>
          </a:prstGeom>
        </p:spPr>
        <p:txBody>
          <a:bodyPr spcFirstLastPara="1" wrap="square" lIns="176925" tIns="176925" rIns="176925" bIns="1769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1pPr>
            <a:lvl2pPr lvl="1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2pPr>
            <a:lvl3pPr lvl="2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3pPr>
            <a:lvl4pPr lvl="3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4pPr>
            <a:lvl5pPr lvl="4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5pPr>
            <a:lvl6pPr lvl="5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6pPr>
            <a:lvl7pPr lvl="6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7pPr>
            <a:lvl8pPr lvl="7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8pPr>
            <a:lvl9pPr lvl="8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98688" y="9966489"/>
            <a:ext cx="4550700" cy="43914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5556938" y="2574489"/>
            <a:ext cx="4316700" cy="131382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marL="457200" lvl="0" indent="-449791">
              <a:spcBef>
                <a:spcPts val="0"/>
              </a:spcBef>
              <a:spcAft>
                <a:spcPts val="0"/>
              </a:spcAft>
              <a:buSzPts val="3483"/>
              <a:buChar char="●"/>
              <a:defRPr sz="3483"/>
            </a:lvl1pPr>
            <a:lvl2pPr marL="914400" lvl="1" indent="-400638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2pPr>
            <a:lvl3pPr marL="1371600" lvl="2" indent="-400638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3pPr>
            <a:lvl4pPr marL="1828800" lvl="3" indent="-400638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4pPr>
            <a:lvl5pPr marL="2286000" lvl="4" indent="-400637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5pPr>
            <a:lvl6pPr marL="2743200" lvl="5" indent="-400637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6pPr>
            <a:lvl7pPr marL="3200400" lvl="6" indent="-400637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7pPr>
            <a:lvl8pPr marL="3657600" lvl="7" indent="-400637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8pPr>
            <a:lvl9pPr marL="4114800" lvl="8" indent="-400637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50663" y="15042044"/>
            <a:ext cx="6748800" cy="21516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3"/>
              <a:buNone/>
              <a:defRPr sz="3483"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50663" y="3932889"/>
            <a:ext cx="9585600" cy="6981300"/>
          </a:xfrm>
          <a:prstGeom prst="rect">
            <a:avLst/>
          </a:prstGeom>
        </p:spPr>
        <p:txBody>
          <a:bodyPr spcFirstLastPara="1" wrap="square" lIns="176925" tIns="176925" rIns="176925" bIns="1769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1pPr>
            <a:lvl2pPr lvl="1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2pPr>
            <a:lvl3pPr lvl="2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3pPr>
            <a:lvl4pPr lvl="3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4pPr>
            <a:lvl5pPr lvl="4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5pPr>
            <a:lvl6pPr lvl="5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6pPr>
            <a:lvl7pPr lvl="6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7pPr>
            <a:lvl8pPr lvl="7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8pPr>
            <a:lvl9pPr lvl="8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50663" y="11207911"/>
            <a:ext cx="9585600" cy="46251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449791" algn="ctr">
              <a:spcBef>
                <a:spcPts val="0"/>
              </a:spcBef>
              <a:spcAft>
                <a:spcPts val="0"/>
              </a:spcAft>
              <a:buSzPts val="3483"/>
              <a:buChar char="●"/>
              <a:defRPr sz="3483"/>
            </a:lvl1pPr>
            <a:lvl2pPr marL="914400" lvl="1" indent="-400638" algn="ctr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2pPr>
            <a:lvl3pPr marL="1371600" lvl="2" indent="-400638" algn="ctr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3pPr>
            <a:lvl4pPr marL="1828800" lvl="3" indent="-400638" algn="ctr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4pPr>
            <a:lvl5pPr marL="2286000" lvl="4" indent="-400637" algn="ctr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5pPr>
            <a:lvl6pPr marL="2743200" lvl="5" indent="-400637" algn="ctr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6pPr>
            <a:lvl7pPr marL="3200400" lvl="6" indent="-400637" algn="ctr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7pPr>
            <a:lvl8pPr marL="3657600" lvl="7" indent="-400637" algn="ctr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8pPr>
            <a:lvl9pPr marL="4114800" lvl="8" indent="-400637" algn="ctr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50663" y="4097689"/>
            <a:ext cx="9585600" cy="12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44979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83"/>
              <a:buChar char="●"/>
              <a:defRPr sz="3483">
                <a:solidFill>
                  <a:schemeClr val="dk2"/>
                </a:solidFill>
              </a:defRPr>
            </a:lvl1pPr>
            <a:lvl2pPr marL="914400" lvl="1" indent="-40063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○"/>
              <a:defRPr sz="2709">
                <a:solidFill>
                  <a:schemeClr val="dk2"/>
                </a:solidFill>
              </a:defRPr>
            </a:lvl2pPr>
            <a:lvl3pPr marL="1371600" lvl="2" indent="-40063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■"/>
              <a:defRPr sz="2709">
                <a:solidFill>
                  <a:schemeClr val="dk2"/>
                </a:solidFill>
              </a:defRPr>
            </a:lvl3pPr>
            <a:lvl4pPr marL="1828800" lvl="3" indent="-40063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●"/>
              <a:defRPr sz="2709">
                <a:solidFill>
                  <a:schemeClr val="dk2"/>
                </a:solidFill>
              </a:defRPr>
            </a:lvl4pPr>
            <a:lvl5pPr marL="2286000" lvl="4" indent="-40063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○"/>
              <a:defRPr sz="2709">
                <a:solidFill>
                  <a:schemeClr val="dk2"/>
                </a:solidFill>
              </a:defRPr>
            </a:lvl5pPr>
            <a:lvl6pPr marL="2743200" lvl="5" indent="-40063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■"/>
              <a:defRPr sz="2709">
                <a:solidFill>
                  <a:schemeClr val="dk2"/>
                </a:solidFill>
              </a:defRPr>
            </a:lvl6pPr>
            <a:lvl7pPr marL="3200400" lvl="6" indent="-40063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●"/>
              <a:defRPr sz="2709">
                <a:solidFill>
                  <a:schemeClr val="dk2"/>
                </a:solidFill>
              </a:defRPr>
            </a:lvl7pPr>
            <a:lvl8pPr marL="3657600" lvl="7" indent="-40063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○"/>
              <a:defRPr sz="2709">
                <a:solidFill>
                  <a:schemeClr val="dk2"/>
                </a:solidFill>
              </a:defRPr>
            </a:lvl8pPr>
            <a:lvl9pPr marL="4114800" lvl="8" indent="-40063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■"/>
              <a:defRPr sz="2709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 algn="r">
              <a:buNone/>
              <a:defRPr sz="1935">
                <a:solidFill>
                  <a:schemeClr val="dk2"/>
                </a:solidFill>
              </a:defRPr>
            </a:lvl1pPr>
            <a:lvl2pPr lvl="1" algn="r">
              <a:buNone/>
              <a:defRPr sz="1935">
                <a:solidFill>
                  <a:schemeClr val="dk2"/>
                </a:solidFill>
              </a:defRPr>
            </a:lvl2pPr>
            <a:lvl3pPr lvl="2" algn="r">
              <a:buNone/>
              <a:defRPr sz="1935">
                <a:solidFill>
                  <a:schemeClr val="dk2"/>
                </a:solidFill>
              </a:defRPr>
            </a:lvl3pPr>
            <a:lvl4pPr lvl="3" algn="r">
              <a:buNone/>
              <a:defRPr sz="1935">
                <a:solidFill>
                  <a:schemeClr val="dk2"/>
                </a:solidFill>
              </a:defRPr>
            </a:lvl4pPr>
            <a:lvl5pPr lvl="4" algn="r">
              <a:buNone/>
              <a:defRPr sz="1935">
                <a:solidFill>
                  <a:schemeClr val="dk2"/>
                </a:solidFill>
              </a:defRPr>
            </a:lvl5pPr>
            <a:lvl6pPr lvl="5" algn="r">
              <a:buNone/>
              <a:defRPr sz="1935">
                <a:solidFill>
                  <a:schemeClr val="dk2"/>
                </a:solidFill>
              </a:defRPr>
            </a:lvl6pPr>
            <a:lvl7pPr lvl="6" algn="r">
              <a:buNone/>
              <a:defRPr sz="1935">
                <a:solidFill>
                  <a:schemeClr val="dk2"/>
                </a:solidFill>
              </a:defRPr>
            </a:lvl7pPr>
            <a:lvl8pPr lvl="7" algn="r">
              <a:buNone/>
              <a:defRPr sz="1935">
                <a:solidFill>
                  <a:schemeClr val="dk2"/>
                </a:solidFill>
              </a:defRPr>
            </a:lvl8pPr>
            <a:lvl9pPr lvl="8" algn="r">
              <a:buNone/>
              <a:defRPr sz="1935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98850" y="4219400"/>
            <a:ext cx="7191900" cy="14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83" b="1" dirty="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&lt;&lt;Nombre y Apellido&gt;&gt;</a:t>
            </a:r>
            <a:endParaRPr sz="3483" b="1" dirty="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Custom</PresentationFormat>
  <Paragraphs>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Public Sans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juani vila bach</cp:lastModifiedBy>
  <cp:revision>1</cp:revision>
  <dcterms:modified xsi:type="dcterms:W3CDTF">2026-03-26T20:50:28Z</dcterms:modified>
</cp:coreProperties>
</file>