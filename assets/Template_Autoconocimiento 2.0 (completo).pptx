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0287000" cy="18288000"/>
  <p:notesSz cx="6858000" cy="9144000"/>
  <p:embeddedFontLst>
    <p:embeddedFont>
      <p:font typeface="Archivo" panose="020B0604020202020204" charset="0"/>
      <p:regular r:id="rId45"/>
      <p:bold r:id="rId46"/>
      <p:italic r:id="rId47"/>
      <p:boldItalic r:id="rId48"/>
    </p:embeddedFont>
    <p:embeddedFont>
      <p:font typeface="Archivo Light" panose="020B0604020202020204" charset="0"/>
      <p:regular r:id="rId49"/>
      <p:bold r:id="rId50"/>
      <p:italic r:id="rId51"/>
      <p:boldItalic r:id="rId52"/>
    </p:embeddedFont>
    <p:embeddedFont>
      <p:font typeface="Public Sans" panose="020B0604020202020204" charset="0"/>
      <p:regular r:id="rId53"/>
      <p:bold r:id="rId54"/>
      <p:italic r:id="rId55"/>
      <p:boldItalic r:id="rId56"/>
    </p:embeddedFont>
    <p:embeddedFont>
      <p:font typeface="Public Sans Light" panose="020B0604020202020204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6CCB63-3F68-4741-8120-14FA7492E4EF}" v="1" dt="2026-04-28T16:58:48.9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pos="609"/>
        <p:guide pos="5904"/>
        <p:guide orient="horz" pos="2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custSel modSld">
      <pc:chgData name="juani vila bach" userId="140d79d91c36b714" providerId="LiveId" clId="{681BBBA0-CB6B-4408-8383-25A2ECA50787}" dt="2026-04-28T16:59:08.968" v="20" actId="20577"/>
      <pc:docMkLst>
        <pc:docMk/>
      </pc:docMkLst>
      <pc:sldChg chg="addSp modSp mod modNotes">
        <pc:chgData name="juani vila bach" userId="140d79d91c36b714" providerId="LiveId" clId="{681BBBA0-CB6B-4408-8383-25A2ECA50787}" dt="2026-04-28T16:59:08.968" v="20" actId="20577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28T16:58:57.012" v="12" actId="20577"/>
          <ac:spMkLst>
            <pc:docMk/>
            <pc:sldMk cId="0" sldId="259"/>
            <ac:spMk id="2" creationId="{7C2C2B16-6C14-FC15-2B53-AE0B993141CD}"/>
          </ac:spMkLst>
        </pc:spChg>
        <pc:spChg chg="add mod">
          <ac:chgData name="juani vila bach" userId="140d79d91c36b714" providerId="LiveId" clId="{681BBBA0-CB6B-4408-8383-25A2ECA50787}" dt="2026-04-28T16:58:54.608" v="10" actId="20577"/>
          <ac:spMkLst>
            <pc:docMk/>
            <pc:sldMk cId="0" sldId="259"/>
            <ac:spMk id="3" creationId="{A887DDC8-097B-5316-2B52-684906DD8A5E}"/>
          </ac:spMkLst>
        </pc:spChg>
        <pc:spChg chg="add mod">
          <ac:chgData name="juani vila bach" userId="140d79d91c36b714" providerId="LiveId" clId="{681BBBA0-CB6B-4408-8383-25A2ECA50787}" dt="2026-04-28T16:59:01.081" v="14" actId="20577"/>
          <ac:spMkLst>
            <pc:docMk/>
            <pc:sldMk cId="0" sldId="259"/>
            <ac:spMk id="4" creationId="{F48E01CB-BD26-4367-0D41-82947F291BD2}"/>
          </ac:spMkLst>
        </pc:spChg>
        <pc:spChg chg="add mod">
          <ac:chgData name="juani vila bach" userId="140d79d91c36b714" providerId="LiveId" clId="{681BBBA0-CB6B-4408-8383-25A2ECA50787}" dt="2026-04-28T16:59:05.684" v="18" actId="20577"/>
          <ac:spMkLst>
            <pc:docMk/>
            <pc:sldMk cId="0" sldId="259"/>
            <ac:spMk id="5" creationId="{0B44598C-CE0E-F275-4950-EA4383AF51F7}"/>
          </ac:spMkLst>
        </pc:spChg>
        <pc:spChg chg="add mod">
          <ac:chgData name="juani vila bach" userId="140d79d91c36b714" providerId="LiveId" clId="{681BBBA0-CB6B-4408-8383-25A2ECA50787}" dt="2026-04-28T16:59:03.721" v="16" actId="20577"/>
          <ac:spMkLst>
            <pc:docMk/>
            <pc:sldMk cId="0" sldId="259"/>
            <ac:spMk id="6" creationId="{DDBF6075-E2EC-1038-754F-45717E528DD2}"/>
          </ac:spMkLst>
        </pc:spChg>
        <pc:spChg chg="add mod">
          <ac:chgData name="juani vila bach" userId="140d79d91c36b714" providerId="LiveId" clId="{681BBBA0-CB6B-4408-8383-25A2ECA50787}" dt="2026-04-28T16:59:08.968" v="20" actId="20577"/>
          <ac:spMkLst>
            <pc:docMk/>
            <pc:sldMk cId="0" sldId="259"/>
            <ac:spMk id="7" creationId="{C8DCED19-9066-D5E0-56B4-6849DCAD8088}"/>
          </ac:spMkLst>
        </pc:spChg>
      </pc:sldChg>
      <pc:sldChg chg="modSp mod">
        <pc:chgData name="juani vila bach" userId="140d79d91c36b714" providerId="LiveId" clId="{681BBBA0-CB6B-4408-8383-25A2ECA50787}" dt="2026-04-28T16:58:49.013" v="5" actId="27636"/>
        <pc:sldMkLst>
          <pc:docMk/>
          <pc:sldMk cId="0" sldId="292"/>
        </pc:sldMkLst>
        <pc:spChg chg="mod">
          <ac:chgData name="juani vila bach" userId="140d79d91c36b714" providerId="LiveId" clId="{681BBBA0-CB6B-4408-8383-25A2ECA50787}" dt="2026-04-28T16:58:49.013" v="5" actId="27636"/>
          <ac:spMkLst>
            <pc:docMk/>
            <pc:sldMk cId="0" sldId="292"/>
            <ac:spMk id="334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28T16:58:49.023" v="7" actId="27636"/>
        <pc:sldMkLst>
          <pc:docMk/>
          <pc:sldMk cId="0" sldId="293"/>
        </pc:sldMkLst>
        <pc:spChg chg="mod">
          <ac:chgData name="juani vila bach" userId="140d79d91c36b714" providerId="LiveId" clId="{681BBBA0-CB6B-4408-8383-25A2ECA50787}" dt="2026-04-28T16:58:49.021" v="6" actId="27636"/>
          <ac:spMkLst>
            <pc:docMk/>
            <pc:sldMk cId="0" sldId="293"/>
            <ac:spMk id="343" creationId="{00000000-0000-0000-0000-000000000000}"/>
          </ac:spMkLst>
        </pc:spChg>
        <pc:spChg chg="mod">
          <ac:chgData name="juani vila bach" userId="140d79d91c36b714" providerId="LiveId" clId="{681BBBA0-CB6B-4408-8383-25A2ECA50787}" dt="2026-04-28T16:58:49.023" v="7" actId="27636"/>
          <ac:spMkLst>
            <pc:docMk/>
            <pc:sldMk cId="0" sldId="293"/>
            <ac:spMk id="34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936d1e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936d1e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6936d1ea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6936d1eaf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6936d1ea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6936d1ea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76936d1ea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76936d1ea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76936d1ea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76936d1ea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6936d1ea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6936d1ea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64e706d10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64e706d103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64e706d10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64e706d10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64e706d10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64e706d10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76936d1ea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76936d1ea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76936d1e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76936d1e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7eb2d293a_2_1:notes"/>
          <p:cNvSpPr txBox="1">
            <a:spLocks noGrp="1"/>
          </p:cNvSpPr>
          <p:nvPr>
            <p:ph type="body" idx="1"/>
          </p:nvPr>
        </p:nvSpPr>
        <p:spPr>
          <a:xfrm>
            <a:off x="685800" y="434339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7eb2d293a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6153" y="685797"/>
            <a:ext cx="3429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76936d1ea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76936d1ea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76936d1ea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76936d1ea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6936d1ea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76936d1ea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76936d1e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76936d1e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6936d1eaf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6936d1eaf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76936d1ea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76936d1ea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76936d1eaf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76936d1eaf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76936d1ea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76936d1ea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76936d1ea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76936d1ea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6936d1ea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76936d1ea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76936d1eaf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76936d1eaf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76936d1ea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76936d1ea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76936d1ea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76936d1ea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76936d1ea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76936d1eaf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76936d1eaf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76936d1eaf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6936d1ea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6936d1ea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794dfc6a0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794dfc6a0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794dfc6a05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794dfc6a05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794dfc6a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794dfc6a0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794dfc6a05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794dfc6a05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94dfc6a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94dfc6a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94dfc6a05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794dfc6a05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794dfc6a0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794dfc6a0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76936d1eaf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76936d1eaf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76936d1ea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76936d1ea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76936d1ea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76936d1ea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76936d1ea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76936d1ea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76936d1ea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76936d1ea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5922e51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g3c5922e51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ftr" idx="11"/>
          </p:nvPr>
        </p:nvSpPr>
        <p:spPr>
          <a:xfrm>
            <a:off x="3499545" y="17007841"/>
            <a:ext cx="32937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00"/>
              <a:buNone/>
              <a:defRPr sz="13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514639" y="17007841"/>
            <a:ext cx="23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300"/>
              <a:buNone/>
              <a:defRPr sz="13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7410801" y="17007841"/>
            <a:ext cx="2367600" cy="2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eroeducacion.typeform.com/feedback-pv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/>
        </p:nvSpPr>
        <p:spPr>
          <a:xfrm>
            <a:off x="1458825" y="4061600"/>
            <a:ext cx="7224000" cy="9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/>
          <p:nvPr/>
        </p:nvSpPr>
        <p:spPr>
          <a:xfrm>
            <a:off x="1537374" y="56358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2" name="Google Shape;72;p17"/>
          <p:cNvSpPr txBox="1"/>
          <p:nvPr/>
        </p:nvSpPr>
        <p:spPr>
          <a:xfrm>
            <a:off x="1537363" y="51172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7"/>
          <p:cNvSpPr txBox="1"/>
          <p:nvPr/>
        </p:nvSpPr>
        <p:spPr>
          <a:xfrm>
            <a:off x="7664530" y="51172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4" name="Google Shape;74;p17"/>
          <p:cNvSpPr txBox="1"/>
          <p:nvPr/>
        </p:nvSpPr>
        <p:spPr>
          <a:xfrm>
            <a:off x="1537374" y="68113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1537363" y="62926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7664530" y="62926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7"/>
          <p:cNvSpPr txBox="1"/>
          <p:nvPr/>
        </p:nvSpPr>
        <p:spPr>
          <a:xfrm>
            <a:off x="1537374" y="79867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1537363" y="74681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7664530" y="74681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1537374" y="91622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1537363" y="86435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664530" y="86435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1537374" y="103376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1537363" y="98190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7664530" y="98190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1537374" y="115131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1537363" y="1099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7664530" y="109944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" name="Google Shape;83;p17">
            <a:extLst>
              <a:ext uri="{FF2B5EF4-FFF2-40B4-BE49-F238E27FC236}">
                <a16:creationId xmlns:a16="http://schemas.microsoft.com/office/drawing/2014/main" id="{7C2C2B16-6C14-FC15-2B53-AE0B993141CD}"/>
              </a:ext>
            </a:extLst>
          </p:cNvPr>
          <p:cNvSpPr txBox="1"/>
          <p:nvPr/>
        </p:nvSpPr>
        <p:spPr>
          <a:xfrm>
            <a:off x="1537374" y="12814441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84;p17">
            <a:extLst>
              <a:ext uri="{FF2B5EF4-FFF2-40B4-BE49-F238E27FC236}">
                <a16:creationId xmlns:a16="http://schemas.microsoft.com/office/drawing/2014/main" id="{A887DDC8-097B-5316-2B52-684906DD8A5E}"/>
              </a:ext>
            </a:extLst>
          </p:cNvPr>
          <p:cNvSpPr txBox="1"/>
          <p:nvPr/>
        </p:nvSpPr>
        <p:spPr>
          <a:xfrm>
            <a:off x="1537363" y="12295791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85;p17">
            <a:extLst>
              <a:ext uri="{FF2B5EF4-FFF2-40B4-BE49-F238E27FC236}">
                <a16:creationId xmlns:a16="http://schemas.microsoft.com/office/drawing/2014/main" id="{F48E01CB-BD26-4367-0D41-82947F291BD2}"/>
              </a:ext>
            </a:extLst>
          </p:cNvPr>
          <p:cNvSpPr txBox="1"/>
          <p:nvPr/>
        </p:nvSpPr>
        <p:spPr>
          <a:xfrm>
            <a:off x="7664530" y="12295791"/>
            <a:ext cx="1618500" cy="769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5" name="Google Shape;86;p17">
            <a:extLst>
              <a:ext uri="{FF2B5EF4-FFF2-40B4-BE49-F238E27FC236}">
                <a16:creationId xmlns:a16="http://schemas.microsoft.com/office/drawing/2014/main" id="{0B44598C-CE0E-F275-4950-EA4383AF51F7}"/>
              </a:ext>
            </a:extLst>
          </p:cNvPr>
          <p:cNvSpPr txBox="1"/>
          <p:nvPr/>
        </p:nvSpPr>
        <p:spPr>
          <a:xfrm>
            <a:off x="1537374" y="13989891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87;p17">
            <a:extLst>
              <a:ext uri="{FF2B5EF4-FFF2-40B4-BE49-F238E27FC236}">
                <a16:creationId xmlns:a16="http://schemas.microsoft.com/office/drawing/2014/main" id="{DDBF6075-E2EC-1038-754F-45717E528DD2}"/>
              </a:ext>
            </a:extLst>
          </p:cNvPr>
          <p:cNvSpPr txBox="1"/>
          <p:nvPr/>
        </p:nvSpPr>
        <p:spPr>
          <a:xfrm>
            <a:off x="1537363" y="13471241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" name="Google Shape;88;p17">
            <a:extLst>
              <a:ext uri="{FF2B5EF4-FFF2-40B4-BE49-F238E27FC236}">
                <a16:creationId xmlns:a16="http://schemas.microsoft.com/office/drawing/2014/main" id="{C8DCED19-9066-D5E0-56B4-6849DCAD8088}"/>
              </a:ext>
            </a:extLst>
          </p:cNvPr>
          <p:cNvSpPr txBox="1"/>
          <p:nvPr/>
        </p:nvSpPr>
        <p:spPr>
          <a:xfrm>
            <a:off x="7664530" y="13471241"/>
            <a:ext cx="1618500" cy="769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/>
          <p:nvPr/>
        </p:nvSpPr>
        <p:spPr>
          <a:xfrm>
            <a:off x="1215250" y="357460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1215250" y="595585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1089350" y="10899000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1089350" y="13263825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8"/>
          <p:cNvSpPr txBox="1"/>
          <p:nvPr/>
        </p:nvSpPr>
        <p:spPr>
          <a:xfrm>
            <a:off x="4346900" y="4872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8"/>
          <p:cNvSpPr txBox="1"/>
          <p:nvPr/>
        </p:nvSpPr>
        <p:spPr>
          <a:xfrm>
            <a:off x="4346900" y="7235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4346900" y="12188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4346900" y="14551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0" name="Google Shape;110;p2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/>
        </p:nvSpPr>
        <p:spPr>
          <a:xfrm>
            <a:off x="966125" y="1188625"/>
            <a:ext cx="8330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8" name="Google Shape;118;p2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6" name="Google Shape;126;p2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7" name="Google Shape;127;p2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6" name="Google Shape;136;p23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/>
        </p:nvSpPr>
        <p:spPr>
          <a:xfrm>
            <a:off x="853200" y="5058350"/>
            <a:ext cx="8428200" cy="10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197" y="6555158"/>
            <a:ext cx="8156021" cy="3078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4531" y="930438"/>
            <a:ext cx="8111336" cy="403627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26"/>
          <p:cNvGrpSpPr/>
          <p:nvPr/>
        </p:nvGrpSpPr>
        <p:grpSpPr>
          <a:xfrm>
            <a:off x="8443178" y="16440779"/>
            <a:ext cx="924937" cy="934050"/>
            <a:chOff x="9277198" y="18072748"/>
            <a:chExt cx="1016303" cy="1026767"/>
          </a:xfrm>
        </p:grpSpPr>
        <p:sp>
          <p:nvSpPr>
            <p:cNvPr id="153" name="Google Shape;153;p26"/>
            <p:cNvSpPr/>
            <p:nvPr/>
          </p:nvSpPr>
          <p:spPr>
            <a:xfrm>
              <a:off x="9308617" y="18114631"/>
              <a:ext cx="984884" cy="984884"/>
            </a:xfrm>
            <a:custGeom>
              <a:avLst/>
              <a:gdLst/>
              <a:ahLst/>
              <a:cxnLst/>
              <a:rect l="l" t="t" r="r" b="b"/>
              <a:pathLst>
                <a:path w="984884" h="984884" extrusionOk="0">
                  <a:moveTo>
                    <a:pt x="774845" y="0"/>
                  </a:moveTo>
                  <a:lnTo>
                    <a:pt x="209417" y="0"/>
                  </a:lnTo>
                  <a:lnTo>
                    <a:pt x="161400" y="5530"/>
                  </a:lnTo>
                  <a:lnTo>
                    <a:pt x="117321" y="21285"/>
                  </a:lnTo>
                  <a:lnTo>
                    <a:pt x="78437" y="46006"/>
                  </a:lnTo>
                  <a:lnTo>
                    <a:pt x="46006" y="78437"/>
                  </a:lnTo>
                  <a:lnTo>
                    <a:pt x="21285" y="117321"/>
                  </a:lnTo>
                  <a:lnTo>
                    <a:pt x="5530" y="161400"/>
                  </a:lnTo>
                  <a:lnTo>
                    <a:pt x="0" y="209417"/>
                  </a:lnTo>
                  <a:lnTo>
                    <a:pt x="0" y="774845"/>
                  </a:lnTo>
                  <a:lnTo>
                    <a:pt x="5530" y="822863"/>
                  </a:lnTo>
                  <a:lnTo>
                    <a:pt x="21285" y="866942"/>
                  </a:lnTo>
                  <a:lnTo>
                    <a:pt x="46006" y="905825"/>
                  </a:lnTo>
                  <a:lnTo>
                    <a:pt x="78437" y="938256"/>
                  </a:lnTo>
                  <a:lnTo>
                    <a:pt x="117321" y="962977"/>
                  </a:lnTo>
                  <a:lnTo>
                    <a:pt x="161400" y="978732"/>
                  </a:lnTo>
                  <a:lnTo>
                    <a:pt x="209417" y="984263"/>
                  </a:lnTo>
                  <a:lnTo>
                    <a:pt x="774845" y="984263"/>
                  </a:lnTo>
                  <a:lnTo>
                    <a:pt x="822863" y="978732"/>
                  </a:lnTo>
                  <a:lnTo>
                    <a:pt x="866942" y="962977"/>
                  </a:lnTo>
                  <a:lnTo>
                    <a:pt x="905825" y="938256"/>
                  </a:lnTo>
                  <a:lnTo>
                    <a:pt x="938256" y="905825"/>
                  </a:lnTo>
                  <a:lnTo>
                    <a:pt x="962977" y="866942"/>
                  </a:lnTo>
                  <a:lnTo>
                    <a:pt x="978732" y="822863"/>
                  </a:lnTo>
                  <a:lnTo>
                    <a:pt x="984263" y="774845"/>
                  </a:lnTo>
                  <a:lnTo>
                    <a:pt x="984263" y="209417"/>
                  </a:lnTo>
                  <a:lnTo>
                    <a:pt x="978732" y="161400"/>
                  </a:lnTo>
                  <a:lnTo>
                    <a:pt x="962977" y="117321"/>
                  </a:lnTo>
                  <a:lnTo>
                    <a:pt x="938256" y="78437"/>
                  </a:lnTo>
                  <a:lnTo>
                    <a:pt x="905825" y="46006"/>
                  </a:lnTo>
                  <a:lnTo>
                    <a:pt x="866942" y="21285"/>
                  </a:lnTo>
                  <a:lnTo>
                    <a:pt x="822863" y="5530"/>
                  </a:lnTo>
                  <a:lnTo>
                    <a:pt x="77484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00"/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9277204" y="18072748"/>
              <a:ext cx="984884" cy="984884"/>
            </a:xfrm>
            <a:custGeom>
              <a:avLst/>
              <a:gdLst/>
              <a:ahLst/>
              <a:cxnLst/>
              <a:rect l="l" t="t" r="r" b="b"/>
              <a:pathLst>
                <a:path w="984884" h="984884" extrusionOk="0">
                  <a:moveTo>
                    <a:pt x="774845" y="0"/>
                  </a:moveTo>
                  <a:lnTo>
                    <a:pt x="209417" y="0"/>
                  </a:lnTo>
                  <a:lnTo>
                    <a:pt x="161400" y="5530"/>
                  </a:lnTo>
                  <a:lnTo>
                    <a:pt x="117321" y="21285"/>
                  </a:lnTo>
                  <a:lnTo>
                    <a:pt x="78437" y="46006"/>
                  </a:lnTo>
                  <a:lnTo>
                    <a:pt x="46006" y="78437"/>
                  </a:lnTo>
                  <a:lnTo>
                    <a:pt x="21285" y="117321"/>
                  </a:lnTo>
                  <a:lnTo>
                    <a:pt x="5530" y="161400"/>
                  </a:lnTo>
                  <a:lnTo>
                    <a:pt x="0" y="209417"/>
                  </a:lnTo>
                  <a:lnTo>
                    <a:pt x="0" y="774845"/>
                  </a:lnTo>
                  <a:lnTo>
                    <a:pt x="5530" y="822863"/>
                  </a:lnTo>
                  <a:lnTo>
                    <a:pt x="21285" y="866942"/>
                  </a:lnTo>
                  <a:lnTo>
                    <a:pt x="46006" y="905825"/>
                  </a:lnTo>
                  <a:lnTo>
                    <a:pt x="78437" y="938256"/>
                  </a:lnTo>
                  <a:lnTo>
                    <a:pt x="117321" y="962977"/>
                  </a:lnTo>
                  <a:lnTo>
                    <a:pt x="161400" y="978732"/>
                  </a:lnTo>
                  <a:lnTo>
                    <a:pt x="209417" y="984263"/>
                  </a:lnTo>
                  <a:lnTo>
                    <a:pt x="774845" y="984263"/>
                  </a:lnTo>
                  <a:lnTo>
                    <a:pt x="822863" y="978732"/>
                  </a:lnTo>
                  <a:lnTo>
                    <a:pt x="866942" y="962977"/>
                  </a:lnTo>
                  <a:lnTo>
                    <a:pt x="905825" y="938256"/>
                  </a:lnTo>
                  <a:lnTo>
                    <a:pt x="938256" y="905825"/>
                  </a:lnTo>
                  <a:lnTo>
                    <a:pt x="962977" y="866942"/>
                  </a:lnTo>
                  <a:lnTo>
                    <a:pt x="978732" y="822863"/>
                  </a:lnTo>
                  <a:lnTo>
                    <a:pt x="984263" y="774845"/>
                  </a:lnTo>
                  <a:lnTo>
                    <a:pt x="984263" y="209417"/>
                  </a:lnTo>
                  <a:lnTo>
                    <a:pt x="978732" y="161400"/>
                  </a:lnTo>
                  <a:lnTo>
                    <a:pt x="962977" y="117321"/>
                  </a:lnTo>
                  <a:lnTo>
                    <a:pt x="938256" y="78437"/>
                  </a:lnTo>
                  <a:lnTo>
                    <a:pt x="905825" y="46006"/>
                  </a:lnTo>
                  <a:lnTo>
                    <a:pt x="866942" y="21285"/>
                  </a:lnTo>
                  <a:lnTo>
                    <a:pt x="822863" y="5530"/>
                  </a:lnTo>
                  <a:lnTo>
                    <a:pt x="774845" y="0"/>
                  </a:lnTo>
                  <a:close/>
                </a:path>
              </a:pathLst>
            </a:custGeom>
            <a:solidFill>
              <a:srgbClr val="FFC56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00"/>
            </a:p>
          </p:txBody>
        </p:sp>
        <p:sp>
          <p:nvSpPr>
            <p:cNvPr id="155" name="Google Shape;155;p26"/>
            <p:cNvSpPr/>
            <p:nvPr/>
          </p:nvSpPr>
          <p:spPr>
            <a:xfrm>
              <a:off x="9277198" y="18072760"/>
              <a:ext cx="984884" cy="984884"/>
            </a:xfrm>
            <a:custGeom>
              <a:avLst/>
              <a:gdLst/>
              <a:ahLst/>
              <a:cxnLst/>
              <a:rect l="l" t="t" r="r" b="b"/>
              <a:pathLst>
                <a:path w="984884" h="984884" extrusionOk="0">
                  <a:moveTo>
                    <a:pt x="816940" y="488848"/>
                  </a:moveTo>
                  <a:lnTo>
                    <a:pt x="758710" y="430618"/>
                  </a:lnTo>
                  <a:lnTo>
                    <a:pt x="533146" y="656170"/>
                  </a:lnTo>
                  <a:lnTo>
                    <a:pt x="533146" y="164045"/>
                  </a:lnTo>
                  <a:lnTo>
                    <a:pt x="451129" y="164045"/>
                  </a:lnTo>
                  <a:lnTo>
                    <a:pt x="451129" y="656170"/>
                  </a:lnTo>
                  <a:lnTo>
                    <a:pt x="225564" y="430618"/>
                  </a:lnTo>
                  <a:lnTo>
                    <a:pt x="167335" y="488848"/>
                  </a:lnTo>
                  <a:lnTo>
                    <a:pt x="492137" y="813650"/>
                  </a:lnTo>
                  <a:lnTo>
                    <a:pt x="816940" y="488848"/>
                  </a:lnTo>
                  <a:close/>
                </a:path>
                <a:path w="984884" h="984884" extrusionOk="0">
                  <a:moveTo>
                    <a:pt x="984262" y="209410"/>
                  </a:moveTo>
                  <a:lnTo>
                    <a:pt x="978738" y="161391"/>
                  </a:lnTo>
                  <a:lnTo>
                    <a:pt x="962977" y="117309"/>
                  </a:lnTo>
                  <a:lnTo>
                    <a:pt x="942378" y="84924"/>
                  </a:lnTo>
                  <a:lnTo>
                    <a:pt x="942378" y="209410"/>
                  </a:lnTo>
                  <a:lnTo>
                    <a:pt x="942378" y="774839"/>
                  </a:lnTo>
                  <a:lnTo>
                    <a:pt x="936396" y="819378"/>
                  </a:lnTo>
                  <a:lnTo>
                    <a:pt x="919505" y="859396"/>
                  </a:lnTo>
                  <a:lnTo>
                    <a:pt x="893305" y="893305"/>
                  </a:lnTo>
                  <a:lnTo>
                    <a:pt x="859409" y="919505"/>
                  </a:lnTo>
                  <a:lnTo>
                    <a:pt x="819378" y="936383"/>
                  </a:lnTo>
                  <a:lnTo>
                    <a:pt x="774839" y="942378"/>
                  </a:lnTo>
                  <a:lnTo>
                    <a:pt x="209423" y="942378"/>
                  </a:lnTo>
                  <a:lnTo>
                    <a:pt x="164884" y="936383"/>
                  </a:lnTo>
                  <a:lnTo>
                    <a:pt x="124866" y="919505"/>
                  </a:lnTo>
                  <a:lnTo>
                    <a:pt x="90957" y="893305"/>
                  </a:lnTo>
                  <a:lnTo>
                    <a:pt x="64757" y="859396"/>
                  </a:lnTo>
                  <a:lnTo>
                    <a:pt x="47866" y="819378"/>
                  </a:lnTo>
                  <a:lnTo>
                    <a:pt x="41884" y="774839"/>
                  </a:lnTo>
                  <a:lnTo>
                    <a:pt x="41884" y="209410"/>
                  </a:lnTo>
                  <a:lnTo>
                    <a:pt x="47866" y="164871"/>
                  </a:lnTo>
                  <a:lnTo>
                    <a:pt x="64757" y="124853"/>
                  </a:lnTo>
                  <a:lnTo>
                    <a:pt x="90957" y="90944"/>
                  </a:lnTo>
                  <a:lnTo>
                    <a:pt x="124866" y="64757"/>
                  </a:lnTo>
                  <a:lnTo>
                    <a:pt x="164884" y="47866"/>
                  </a:lnTo>
                  <a:lnTo>
                    <a:pt x="209423" y="41871"/>
                  </a:lnTo>
                  <a:lnTo>
                    <a:pt x="774839" y="41871"/>
                  </a:lnTo>
                  <a:lnTo>
                    <a:pt x="819378" y="47866"/>
                  </a:lnTo>
                  <a:lnTo>
                    <a:pt x="859409" y="64757"/>
                  </a:lnTo>
                  <a:lnTo>
                    <a:pt x="893305" y="90944"/>
                  </a:lnTo>
                  <a:lnTo>
                    <a:pt x="919505" y="124853"/>
                  </a:lnTo>
                  <a:lnTo>
                    <a:pt x="936396" y="164871"/>
                  </a:lnTo>
                  <a:lnTo>
                    <a:pt x="942378" y="209410"/>
                  </a:lnTo>
                  <a:lnTo>
                    <a:pt x="942378" y="84924"/>
                  </a:lnTo>
                  <a:lnTo>
                    <a:pt x="905827" y="45999"/>
                  </a:lnTo>
                  <a:lnTo>
                    <a:pt x="866940" y="21285"/>
                  </a:lnTo>
                  <a:lnTo>
                    <a:pt x="822858" y="5524"/>
                  </a:lnTo>
                  <a:lnTo>
                    <a:pt x="774839" y="0"/>
                  </a:lnTo>
                  <a:lnTo>
                    <a:pt x="209423" y="0"/>
                  </a:lnTo>
                  <a:lnTo>
                    <a:pt x="161404" y="5524"/>
                  </a:lnTo>
                  <a:lnTo>
                    <a:pt x="117322" y="21285"/>
                  </a:lnTo>
                  <a:lnTo>
                    <a:pt x="78435" y="45999"/>
                  </a:lnTo>
                  <a:lnTo>
                    <a:pt x="46012" y="78435"/>
                  </a:lnTo>
                  <a:lnTo>
                    <a:pt x="21285" y="117309"/>
                  </a:lnTo>
                  <a:lnTo>
                    <a:pt x="5537" y="161391"/>
                  </a:lnTo>
                  <a:lnTo>
                    <a:pt x="0" y="209410"/>
                  </a:lnTo>
                  <a:lnTo>
                    <a:pt x="0" y="774839"/>
                  </a:lnTo>
                  <a:lnTo>
                    <a:pt x="5537" y="822858"/>
                  </a:lnTo>
                  <a:lnTo>
                    <a:pt x="21285" y="866940"/>
                  </a:lnTo>
                  <a:lnTo>
                    <a:pt x="46012" y="905814"/>
                  </a:lnTo>
                  <a:lnTo>
                    <a:pt x="78435" y="938250"/>
                  </a:lnTo>
                  <a:lnTo>
                    <a:pt x="117322" y="962977"/>
                  </a:lnTo>
                  <a:lnTo>
                    <a:pt x="161404" y="978725"/>
                  </a:lnTo>
                  <a:lnTo>
                    <a:pt x="209423" y="984262"/>
                  </a:lnTo>
                  <a:lnTo>
                    <a:pt x="774839" y="984262"/>
                  </a:lnTo>
                  <a:lnTo>
                    <a:pt x="822858" y="978725"/>
                  </a:lnTo>
                  <a:lnTo>
                    <a:pt x="866940" y="962977"/>
                  </a:lnTo>
                  <a:lnTo>
                    <a:pt x="905827" y="938250"/>
                  </a:lnTo>
                  <a:lnTo>
                    <a:pt x="938250" y="905814"/>
                  </a:lnTo>
                  <a:lnTo>
                    <a:pt x="962977" y="866940"/>
                  </a:lnTo>
                  <a:lnTo>
                    <a:pt x="978738" y="822858"/>
                  </a:lnTo>
                  <a:lnTo>
                    <a:pt x="984262" y="774839"/>
                  </a:lnTo>
                  <a:lnTo>
                    <a:pt x="984262" y="20941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00"/>
            </a:p>
          </p:txBody>
        </p:sp>
      </p:grpSp>
      <p:pic>
        <p:nvPicPr>
          <p:cNvPr id="156" name="Google Shape;156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205" y="16499967"/>
            <a:ext cx="5042000" cy="83972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 txBox="1"/>
          <p:nvPr/>
        </p:nvSpPr>
        <p:spPr>
          <a:xfrm>
            <a:off x="940200" y="10969125"/>
            <a:ext cx="8406600" cy="52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1"/>
                </a:solidFill>
              </a:rPr>
              <a:t>&lt;&lt;URL GRAFICO HOLLAND&gt;&gt;</a:t>
            </a:r>
            <a:endParaRPr sz="3483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7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3" name="Google Shape;163;p27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8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9" name="Google Shape;169;p28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5" name="Google Shape;175;p29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/>
        </p:nvSpPr>
        <p:spPr>
          <a:xfrm>
            <a:off x="1627575" y="280045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04&gt;&gt;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1" name="Google Shape;181;p30"/>
          <p:cNvSpPr txBox="1"/>
          <p:nvPr/>
        </p:nvSpPr>
        <p:spPr>
          <a:xfrm>
            <a:off x="1627575" y="36815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05&gt;&gt;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2" name="Google Shape;182;p30"/>
          <p:cNvSpPr txBox="1"/>
          <p:nvPr/>
        </p:nvSpPr>
        <p:spPr>
          <a:xfrm>
            <a:off x="1627575" y="46340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06&gt;&gt;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04&gt;&gt;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8" name="Google Shape;188;p31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04&gt;&gt;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05&gt;&gt;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4" name="Google Shape;194;p32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05&gt;&gt;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06&gt;&gt;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0" name="Google Shape;200;p33"/>
          <p:cNvSpPr txBox="1"/>
          <p:nvPr/>
        </p:nvSpPr>
        <p:spPr>
          <a:xfrm>
            <a:off x="1490300" y="4000500"/>
            <a:ext cx="7145700" cy="117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06&gt;&gt;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5"/>
          <p:cNvSpPr txBox="1"/>
          <p:nvPr/>
        </p:nvSpPr>
        <p:spPr>
          <a:xfrm>
            <a:off x="1525350" y="72544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0" name="Google Shape;210;p35"/>
          <p:cNvSpPr txBox="1"/>
          <p:nvPr/>
        </p:nvSpPr>
        <p:spPr>
          <a:xfrm>
            <a:off x="1525350" y="102643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6"/>
          <p:cNvSpPr txBox="1"/>
          <p:nvPr/>
        </p:nvSpPr>
        <p:spPr>
          <a:xfrm>
            <a:off x="907625" y="1697175"/>
            <a:ext cx="8432700" cy="86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Tus intereses fueron una de las claves para sugerirte opciones dentro de las áreas de estudio: 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 v2&gt;&gt;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 v2&gt;&gt;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Las áreas en las que mostraste mayor afinidad coinciden con el perfil de carreras como: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Estas opciones no solo se alinean con tus habilidades, sino también con aquello que te motiva.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En otras palabras, no se trata solo de lo que podrías hacer bien, sino de lo que realmente despierta tu interés y curiosidad.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8"/>
          <p:cNvSpPr txBox="1"/>
          <p:nvPr/>
        </p:nvSpPr>
        <p:spPr>
          <a:xfrm>
            <a:off x="923400" y="103887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8"/>
          <p:cNvSpPr txBox="1"/>
          <p:nvPr/>
        </p:nvSpPr>
        <p:spPr>
          <a:xfrm>
            <a:off x="923400" y="4440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8"/>
          <p:cNvSpPr txBox="1"/>
          <p:nvPr/>
        </p:nvSpPr>
        <p:spPr>
          <a:xfrm>
            <a:off x="7582650" y="44402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7" name="Google Shape;227;p38"/>
          <p:cNvSpPr txBox="1"/>
          <p:nvPr/>
        </p:nvSpPr>
        <p:spPr>
          <a:xfrm>
            <a:off x="923400" y="237112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8" name="Google Shape;228;p38"/>
          <p:cNvSpPr txBox="1"/>
          <p:nvPr/>
        </p:nvSpPr>
        <p:spPr>
          <a:xfrm>
            <a:off x="923400" y="1776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9" name="Google Shape;229;p38"/>
          <p:cNvSpPr txBox="1"/>
          <p:nvPr/>
        </p:nvSpPr>
        <p:spPr>
          <a:xfrm>
            <a:off x="7582650" y="1776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8"/>
          <p:cNvSpPr txBox="1"/>
          <p:nvPr/>
        </p:nvSpPr>
        <p:spPr>
          <a:xfrm>
            <a:off x="923400" y="37731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1" name="Google Shape;231;p38"/>
          <p:cNvSpPr txBox="1"/>
          <p:nvPr/>
        </p:nvSpPr>
        <p:spPr>
          <a:xfrm>
            <a:off x="923400" y="31783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8"/>
          <p:cNvSpPr txBox="1"/>
          <p:nvPr/>
        </p:nvSpPr>
        <p:spPr>
          <a:xfrm>
            <a:off x="7582500" y="31783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8"/>
          <p:cNvSpPr txBox="1"/>
          <p:nvPr/>
        </p:nvSpPr>
        <p:spPr>
          <a:xfrm>
            <a:off x="923400" y="52880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8"/>
          <p:cNvSpPr txBox="1"/>
          <p:nvPr/>
        </p:nvSpPr>
        <p:spPr>
          <a:xfrm>
            <a:off x="923400" y="46932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5" name="Google Shape;235;p38"/>
          <p:cNvSpPr txBox="1"/>
          <p:nvPr/>
        </p:nvSpPr>
        <p:spPr>
          <a:xfrm>
            <a:off x="7582500" y="46932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8"/>
          <p:cNvSpPr txBox="1"/>
          <p:nvPr/>
        </p:nvSpPr>
        <p:spPr>
          <a:xfrm>
            <a:off x="923400" y="68594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7" name="Google Shape;237;p38"/>
          <p:cNvSpPr txBox="1"/>
          <p:nvPr/>
        </p:nvSpPr>
        <p:spPr>
          <a:xfrm>
            <a:off x="923400" y="62646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8" name="Google Shape;238;p38"/>
          <p:cNvSpPr txBox="1"/>
          <p:nvPr/>
        </p:nvSpPr>
        <p:spPr>
          <a:xfrm>
            <a:off x="7582500" y="62646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9" name="Google Shape;239;p38"/>
          <p:cNvSpPr txBox="1"/>
          <p:nvPr/>
        </p:nvSpPr>
        <p:spPr>
          <a:xfrm>
            <a:off x="923400" y="8459113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8"/>
          <p:cNvSpPr txBox="1"/>
          <p:nvPr/>
        </p:nvSpPr>
        <p:spPr>
          <a:xfrm>
            <a:off x="923400" y="7864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8"/>
          <p:cNvSpPr txBox="1"/>
          <p:nvPr/>
        </p:nvSpPr>
        <p:spPr>
          <a:xfrm>
            <a:off x="7582650" y="7864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8"/>
          <p:cNvSpPr txBox="1"/>
          <p:nvPr/>
        </p:nvSpPr>
        <p:spPr>
          <a:xfrm>
            <a:off x="923400" y="100587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3" name="Google Shape;243;p38"/>
          <p:cNvSpPr txBox="1"/>
          <p:nvPr/>
        </p:nvSpPr>
        <p:spPr>
          <a:xfrm>
            <a:off x="923400" y="94639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4" name="Google Shape;244;p38"/>
          <p:cNvSpPr txBox="1"/>
          <p:nvPr/>
        </p:nvSpPr>
        <p:spPr>
          <a:xfrm>
            <a:off x="7582500" y="94639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5" name="Google Shape;245;p38"/>
          <p:cNvSpPr txBox="1"/>
          <p:nvPr/>
        </p:nvSpPr>
        <p:spPr>
          <a:xfrm>
            <a:off x="923400" y="115532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6" name="Google Shape;246;p38"/>
          <p:cNvSpPr txBox="1"/>
          <p:nvPr/>
        </p:nvSpPr>
        <p:spPr>
          <a:xfrm>
            <a:off x="923400" y="109584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7" name="Google Shape;247;p38"/>
          <p:cNvSpPr txBox="1"/>
          <p:nvPr/>
        </p:nvSpPr>
        <p:spPr>
          <a:xfrm>
            <a:off x="7582500" y="109584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9"/>
          <p:cNvSpPr txBox="1"/>
          <p:nvPr/>
        </p:nvSpPr>
        <p:spPr>
          <a:xfrm>
            <a:off x="1490300" y="16909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3" name="Google Shape;253;p39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4" name="Google Shape;254;p39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55" name="Google Shape;255;p39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6" name="Google Shape;256;p39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7" name="Google Shape;257;p39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3" name="Google Shape;263;p40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4" name="Google Shape;264;p40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65" name="Google Shape;265;p40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6" name="Google Shape;266;p40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7" name="Google Shape;267;p40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3" name="Google Shape;273;p41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4" name="Google Shape;274;p41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75" name="Google Shape;275;p41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6" name="Google Shape;276;p41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7" name="Google Shape;277;p41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3" name="Google Shape;283;p42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4" name="Google Shape;284;p42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85" name="Google Shape;285;p42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6" name="Google Shape;286;p42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7" name="Google Shape;287;p42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3"/>
          <p:cNvSpPr txBox="1"/>
          <p:nvPr/>
        </p:nvSpPr>
        <p:spPr>
          <a:xfrm>
            <a:off x="966125" y="273542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 v2&gt;&gt;</a:t>
            </a:r>
            <a:endParaRPr sz="3483" dirty="0">
              <a:solidFill>
                <a:schemeClr val="dk2"/>
              </a:solidFill>
            </a:endParaRPr>
          </a:p>
        </p:txBody>
      </p:sp>
      <p:sp>
        <p:nvSpPr>
          <p:cNvPr id="293" name="Google Shape;293;p43"/>
          <p:cNvSpPr txBox="1"/>
          <p:nvPr/>
        </p:nvSpPr>
        <p:spPr>
          <a:xfrm>
            <a:off x="966125" y="343467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 v2&gt;&gt;</a:t>
            </a:r>
            <a:endParaRPr sz="3483" dirty="0">
              <a:solidFill>
                <a:schemeClr val="dk2"/>
              </a:solidFill>
            </a:endParaRPr>
          </a:p>
        </p:txBody>
      </p:sp>
      <p:sp>
        <p:nvSpPr>
          <p:cNvPr id="294" name="Google Shape;294;p43"/>
          <p:cNvSpPr txBox="1"/>
          <p:nvPr/>
        </p:nvSpPr>
        <p:spPr>
          <a:xfrm>
            <a:off x="966125" y="52991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95" name="Google Shape;295;p43"/>
          <p:cNvSpPr txBox="1"/>
          <p:nvPr/>
        </p:nvSpPr>
        <p:spPr>
          <a:xfrm>
            <a:off x="966125" y="61300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483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5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5" name="Google Shape;305;p45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6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Persev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1" name="Google Shape;311;p46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Persev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7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Hab_est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7" name="Google Shape;317;p47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Hab_est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8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IE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23" name="Google Shape;323;p48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IE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0"/>
          <p:cNvSpPr txBox="1"/>
          <p:nvPr/>
        </p:nvSpPr>
        <p:spPr>
          <a:xfrm>
            <a:off x="1454150" y="127857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Verbal&gt;&gt;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3" name="Google Shape;333;p50"/>
          <p:cNvCxnSpPr/>
          <p:nvPr/>
        </p:nvCxnSpPr>
        <p:spPr>
          <a:xfrm>
            <a:off x="1518125" y="173153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4" name="Google Shape;334;p50"/>
          <p:cNvSpPr txBox="1"/>
          <p:nvPr/>
        </p:nvSpPr>
        <p:spPr>
          <a:xfrm>
            <a:off x="1460275" y="118021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Verbal&gt;&gt;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1"/>
          <p:cNvSpPr txBox="1"/>
          <p:nvPr/>
        </p:nvSpPr>
        <p:spPr>
          <a:xfrm>
            <a:off x="1460263" y="127583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Abstracto&gt;&gt;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40" name="Google Shape;340;p51"/>
          <p:cNvCxnSpPr/>
          <p:nvPr/>
        </p:nvCxnSpPr>
        <p:spPr>
          <a:xfrm>
            <a:off x="1524238" y="172879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1" name="Google Shape;341;p51"/>
          <p:cNvSpPr txBox="1"/>
          <p:nvPr/>
        </p:nvSpPr>
        <p:spPr>
          <a:xfrm>
            <a:off x="1454150" y="43526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Numérico&gt;&gt;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42" name="Google Shape;342;p51"/>
          <p:cNvCxnSpPr/>
          <p:nvPr/>
        </p:nvCxnSpPr>
        <p:spPr>
          <a:xfrm>
            <a:off x="1518125" y="88822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p51"/>
          <p:cNvSpPr txBox="1"/>
          <p:nvPr/>
        </p:nvSpPr>
        <p:spPr>
          <a:xfrm>
            <a:off x="1460275" y="33690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Numérico&gt;&gt;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44" name="Google Shape;344;p51"/>
          <p:cNvSpPr txBox="1"/>
          <p:nvPr/>
        </p:nvSpPr>
        <p:spPr>
          <a:xfrm>
            <a:off x="1460275" y="117747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Abstracto&gt;&gt;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2"/>
          <p:cNvSpPr txBox="1"/>
          <p:nvPr/>
        </p:nvSpPr>
        <p:spPr>
          <a:xfrm>
            <a:off x="852657" y="1832150"/>
            <a:ext cx="83574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610" i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&lt;&lt;Balance cognitivas&gt;&gt;</a:t>
            </a:r>
            <a:endParaRPr sz="2610" i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sz="2610" i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50" name="Google Shape;350;p52"/>
          <p:cNvSpPr txBox="1"/>
          <p:nvPr/>
        </p:nvSpPr>
        <p:spPr>
          <a:xfrm>
            <a:off x="852657" y="3025950"/>
            <a:ext cx="8357400" cy="63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41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Balance&gt;&gt;</a:t>
            </a: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5"/>
          <p:cNvSpPr txBox="1"/>
          <p:nvPr/>
        </p:nvSpPr>
        <p:spPr>
          <a:xfrm>
            <a:off x="3205050" y="11860431"/>
            <a:ext cx="3876900" cy="7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83"/>
              <a:buFont typeface="Arial"/>
              <a:buNone/>
            </a:pPr>
            <a:r>
              <a:rPr lang="en" sz="3483" b="1" i="0" u="sng" strike="noStrike" cap="non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Responder</a:t>
            </a:r>
            <a:endParaRPr sz="3483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720</Words>
  <Application>Microsoft Office PowerPoint</Application>
  <PresentationFormat>Custom</PresentationFormat>
  <Paragraphs>154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Public Sans</vt:lpstr>
      <vt:lpstr>Archivo Light</vt:lpstr>
      <vt:lpstr>Public Sans Light</vt:lpstr>
      <vt:lpstr>Archivo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2026-04-28T16:59:18Z</dcterms:modified>
</cp:coreProperties>
</file>