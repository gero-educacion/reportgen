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0287000" cy="18288000"/>
  <p:notesSz cx="6858000" cy="9144000"/>
  <p:embeddedFontLst>
    <p:embeddedFont>
      <p:font typeface="Archivo" panose="020B0604020202020204" charset="0"/>
      <p:regular r:id="rId44"/>
      <p:bold r:id="rId45"/>
      <p:italic r:id="rId46"/>
      <p:boldItalic r:id="rId47"/>
    </p:embeddedFont>
    <p:embeddedFont>
      <p:font typeface="Archivo Light" panose="020B0604020202020204" charset="0"/>
      <p:regular r:id="rId48"/>
      <p:bold r:id="rId49"/>
      <p:italic r:id="rId50"/>
      <p:boldItalic r:id="rId51"/>
    </p:embeddedFont>
    <p:embeddedFont>
      <p:font typeface="Public Sans" panose="020B0604020202020204" charset="0"/>
      <p:regular r:id="rId52"/>
      <p:bold r:id="rId53"/>
      <p:italic r:id="rId54"/>
      <p:boldItalic r:id="rId55"/>
    </p:embeddedFont>
    <p:embeddedFont>
      <p:font typeface="Public Sans Light" panose="020B0604020202020204" charset="0"/>
      <p:regular r:id="rId56"/>
      <p:bold r:id="rId57"/>
      <p:italic r:id="rId58"/>
      <p:boldItalic r:id="rId5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609">
          <p15:clr>
            <a:srgbClr val="747775"/>
          </p15:clr>
        </p15:guide>
        <p15:guide id="2" pos="5904">
          <p15:clr>
            <a:srgbClr val="747775"/>
          </p15:clr>
        </p15:guide>
        <p15:guide id="3" orient="horz" pos="252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9" d="100"/>
          <a:sy n="19" d="100"/>
        </p:scale>
        <p:origin x="2222" y="101"/>
      </p:cViewPr>
      <p:guideLst>
        <p:guide pos="609"/>
        <p:guide pos="5904"/>
        <p:guide orient="horz" pos="25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4.fntdata"/><Relationship Id="rId50" Type="http://schemas.openxmlformats.org/officeDocument/2006/relationships/font" Target="fonts/font7.fntdata"/><Relationship Id="rId55" Type="http://schemas.openxmlformats.org/officeDocument/2006/relationships/font" Target="fonts/font12.fntdata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2.fntdata"/><Relationship Id="rId53" Type="http://schemas.openxmlformats.org/officeDocument/2006/relationships/font" Target="fonts/font10.fntdata"/><Relationship Id="rId58" Type="http://schemas.openxmlformats.org/officeDocument/2006/relationships/font" Target="fonts/font15.fntdata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font" Target="fonts/font5.fntdata"/><Relationship Id="rId56" Type="http://schemas.openxmlformats.org/officeDocument/2006/relationships/font" Target="fonts/font13.fntdata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font" Target="fonts/font8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3.fntdata"/><Relationship Id="rId59" Type="http://schemas.openxmlformats.org/officeDocument/2006/relationships/font" Target="fonts/font16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1.fntdata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6.fntdata"/><Relationship Id="rId57" Type="http://schemas.openxmlformats.org/officeDocument/2006/relationships/font" Target="fonts/font14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1.fntdata"/><Relationship Id="rId52" Type="http://schemas.openxmlformats.org/officeDocument/2006/relationships/font" Target="fonts/font9.fntdata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i vila bach" userId="140d79d91c36b714" providerId="LiveId" clId="{681BBBA0-CB6B-4408-8383-25A2ECA50787}"/>
    <pc:docChg chg="modSld">
      <pc:chgData name="juani vila bach" userId="140d79d91c36b714" providerId="LiveId" clId="{681BBBA0-CB6B-4408-8383-25A2ECA50787}" dt="2025-12-11T17:08:22.880" v="8" actId="1035"/>
      <pc:docMkLst>
        <pc:docMk/>
      </pc:docMkLst>
      <pc:sldChg chg="modSp mod">
        <pc:chgData name="juani vila bach" userId="140d79d91c36b714" providerId="LiveId" clId="{681BBBA0-CB6B-4408-8383-25A2ECA50787}" dt="2025-12-11T17:07:58.957" v="2" actId="1035"/>
        <pc:sldMkLst>
          <pc:docMk/>
          <pc:sldMk cId="0" sldId="281"/>
        </pc:sldMkLst>
        <pc:spChg chg="mod">
          <ac:chgData name="juani vila bach" userId="140d79d91c36b714" providerId="LiveId" clId="{681BBBA0-CB6B-4408-8383-25A2ECA50787}" dt="2025-12-11T17:07:53.301" v="1" actId="1035"/>
          <ac:spMkLst>
            <pc:docMk/>
            <pc:sldMk cId="0" sldId="281"/>
            <ac:spMk id="248" creationId="{00000000-0000-0000-0000-000000000000}"/>
          </ac:spMkLst>
        </pc:spChg>
        <pc:spChg chg="mod">
          <ac:chgData name="juani vila bach" userId="140d79d91c36b714" providerId="LiveId" clId="{681BBBA0-CB6B-4408-8383-25A2ECA50787}" dt="2025-12-11T17:07:58.957" v="2" actId="1035"/>
          <ac:spMkLst>
            <pc:docMk/>
            <pc:sldMk cId="0" sldId="281"/>
            <ac:spMk id="251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5-12-11T17:08:08.192" v="4" actId="1035"/>
        <pc:sldMkLst>
          <pc:docMk/>
          <pc:sldMk cId="0" sldId="282"/>
        </pc:sldMkLst>
        <pc:spChg chg="mod">
          <ac:chgData name="juani vila bach" userId="140d79d91c36b714" providerId="LiveId" clId="{681BBBA0-CB6B-4408-8383-25A2ECA50787}" dt="2025-12-11T17:08:04.695" v="3" actId="1035"/>
          <ac:spMkLst>
            <pc:docMk/>
            <pc:sldMk cId="0" sldId="282"/>
            <ac:spMk id="258" creationId="{00000000-0000-0000-0000-000000000000}"/>
          </ac:spMkLst>
        </pc:spChg>
        <pc:spChg chg="mod">
          <ac:chgData name="juani vila bach" userId="140d79d91c36b714" providerId="LiveId" clId="{681BBBA0-CB6B-4408-8383-25A2ECA50787}" dt="2025-12-11T17:08:08.192" v="4" actId="1035"/>
          <ac:spMkLst>
            <pc:docMk/>
            <pc:sldMk cId="0" sldId="282"/>
            <ac:spMk id="261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5-12-11T17:08:15.345" v="6" actId="1035"/>
        <pc:sldMkLst>
          <pc:docMk/>
          <pc:sldMk cId="0" sldId="283"/>
        </pc:sldMkLst>
        <pc:spChg chg="mod">
          <ac:chgData name="juani vila bach" userId="140d79d91c36b714" providerId="LiveId" clId="{681BBBA0-CB6B-4408-8383-25A2ECA50787}" dt="2025-12-11T17:08:12.673" v="5" actId="1035"/>
          <ac:spMkLst>
            <pc:docMk/>
            <pc:sldMk cId="0" sldId="283"/>
            <ac:spMk id="268" creationId="{00000000-0000-0000-0000-000000000000}"/>
          </ac:spMkLst>
        </pc:spChg>
        <pc:spChg chg="mod">
          <ac:chgData name="juani vila bach" userId="140d79d91c36b714" providerId="LiveId" clId="{681BBBA0-CB6B-4408-8383-25A2ECA50787}" dt="2025-12-11T17:08:15.345" v="6" actId="1035"/>
          <ac:spMkLst>
            <pc:docMk/>
            <pc:sldMk cId="0" sldId="283"/>
            <ac:spMk id="271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5-12-11T17:08:22.880" v="8" actId="1035"/>
        <pc:sldMkLst>
          <pc:docMk/>
          <pc:sldMk cId="0" sldId="284"/>
        </pc:sldMkLst>
        <pc:spChg chg="mod">
          <ac:chgData name="juani vila bach" userId="140d79d91c36b714" providerId="LiveId" clId="{681BBBA0-CB6B-4408-8383-25A2ECA50787}" dt="2025-12-11T17:08:19.566" v="7" actId="1035"/>
          <ac:spMkLst>
            <pc:docMk/>
            <pc:sldMk cId="0" sldId="284"/>
            <ac:spMk id="278" creationId="{00000000-0000-0000-0000-000000000000}"/>
          </ac:spMkLst>
        </pc:spChg>
        <pc:spChg chg="mod">
          <ac:chgData name="juani vila bach" userId="140d79d91c36b714" providerId="LiveId" clId="{681BBBA0-CB6B-4408-8383-25A2ECA50787}" dt="2025-12-11T17:08:22.880" v="8" actId="1035"/>
          <ac:spMkLst>
            <pc:docMk/>
            <pc:sldMk cId="0" sldId="284"/>
            <ac:spMk id="28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76936d1ea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76936d1ea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76936d1eaf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76936d1eaf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76936d1ea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76936d1ea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76936d1eaf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76936d1eaf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76936d1eaf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76936d1eaf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76936d1eaf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76936d1eaf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64e706d103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64e706d103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4e706d103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64e706d103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64e706d10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64e706d10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76936d1eaf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76936d1eaf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76936d1ea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76936d1ea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76936d1eaf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76936d1eaf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76936d1ea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76936d1eaf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76936d1eaf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76936d1eaf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76936d1eaf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76936d1eaf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76936d1e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76936d1e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76936d1eaf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76936d1eaf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76936d1eaf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76936d1eaf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76936d1eaf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76936d1eaf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76936d1eaf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76936d1eaf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76936d1eaf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76936d1eaf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76936d1ea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76936d1eaf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76936d1eaf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76936d1eaf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76936d1eaf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76936d1eaf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76936d1eaf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76936d1eaf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76936d1eaf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76936d1eaf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76936d1eaf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376936d1eaf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76936d1eaf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76936d1eaf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794dfc6a05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3794dfc6a05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794dfc6a05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794dfc6a05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794dfc6a0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794dfc6a05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794dfc6a05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794dfc6a05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794dfc6a0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3794dfc6a0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794dfc6a05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794dfc6a05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794dfc6a05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794dfc6a05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76936d1eaf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376936d1eaf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76936d1eaf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76936d1eaf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76936d1eaf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376936d1eaf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76936d1eaf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376936d1eaf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76936d1eaf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76936d1eaf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7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7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7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7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7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7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7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7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7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7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7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7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7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7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7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58825" y="4061600"/>
            <a:ext cx="7224000" cy="98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&lt;&lt;Nombre y Apellido&gt;&gt;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/>
        </p:nvSpPr>
        <p:spPr>
          <a:xfrm>
            <a:off x="1537374" y="56358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01&gt;&gt;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68" name="Google Shape;68;p16"/>
          <p:cNvSpPr txBox="1"/>
          <p:nvPr/>
        </p:nvSpPr>
        <p:spPr>
          <a:xfrm>
            <a:off x="1537363" y="51172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01&gt;&gt;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69" name="Google Shape;69;p16"/>
          <p:cNvSpPr txBox="1"/>
          <p:nvPr/>
        </p:nvSpPr>
        <p:spPr>
          <a:xfrm>
            <a:off x="7664530" y="51172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01&gt;&gt;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0" name="Google Shape;70;p16"/>
          <p:cNvSpPr txBox="1"/>
          <p:nvPr/>
        </p:nvSpPr>
        <p:spPr>
          <a:xfrm>
            <a:off x="1537374" y="68113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02&gt;&gt;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1" name="Google Shape;71;p16"/>
          <p:cNvSpPr txBox="1"/>
          <p:nvPr/>
        </p:nvSpPr>
        <p:spPr>
          <a:xfrm>
            <a:off x="1537363" y="62926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02&gt;&gt;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2" name="Google Shape;72;p16"/>
          <p:cNvSpPr txBox="1"/>
          <p:nvPr/>
        </p:nvSpPr>
        <p:spPr>
          <a:xfrm>
            <a:off x="7664530" y="62926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02&gt;&gt;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3" name="Google Shape;73;p16"/>
          <p:cNvSpPr txBox="1"/>
          <p:nvPr/>
        </p:nvSpPr>
        <p:spPr>
          <a:xfrm>
            <a:off x="1537374" y="79867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03&gt;&gt;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1537363" y="74681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03&gt;&gt;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7664530" y="74681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03&gt;&gt;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1537374" y="91622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04&gt;&gt;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1537363" y="86435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04&gt;&gt;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7664530" y="86435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04&gt;&gt;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9" name="Google Shape;79;p16"/>
          <p:cNvSpPr txBox="1"/>
          <p:nvPr/>
        </p:nvSpPr>
        <p:spPr>
          <a:xfrm>
            <a:off x="1537374" y="103376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05&gt;&gt;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0" name="Google Shape;80;p16"/>
          <p:cNvSpPr txBox="1"/>
          <p:nvPr/>
        </p:nvSpPr>
        <p:spPr>
          <a:xfrm>
            <a:off x="1537363" y="98190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05&gt;&gt;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1" name="Google Shape;81;p16"/>
          <p:cNvSpPr txBox="1"/>
          <p:nvPr/>
        </p:nvSpPr>
        <p:spPr>
          <a:xfrm>
            <a:off x="7664530" y="98190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05&gt;&gt;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1537374" y="115131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06&gt;&gt;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3" name="Google Shape;83;p16"/>
          <p:cNvSpPr txBox="1"/>
          <p:nvPr/>
        </p:nvSpPr>
        <p:spPr>
          <a:xfrm>
            <a:off x="1537363" y="109944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06&gt;&gt;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4" name="Google Shape;84;p16"/>
          <p:cNvSpPr txBox="1"/>
          <p:nvPr/>
        </p:nvSpPr>
        <p:spPr>
          <a:xfrm>
            <a:off x="7664530" y="109944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06&gt;&gt;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5" name="Google Shape;85;p16"/>
          <p:cNvSpPr txBox="1"/>
          <p:nvPr/>
        </p:nvSpPr>
        <p:spPr>
          <a:xfrm>
            <a:off x="1537374" y="126885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07&gt;&gt;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1537363" y="121699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07&gt;&gt;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7664530" y="121699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07&gt;&gt;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1537374" y="138640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08&gt;&gt;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9" name="Google Shape;89;p16"/>
          <p:cNvSpPr txBox="1"/>
          <p:nvPr/>
        </p:nvSpPr>
        <p:spPr>
          <a:xfrm>
            <a:off x="1537363" y="133453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08&gt;&gt;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7664530" y="133453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08&gt;&gt;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7"/>
          <p:cNvSpPr txBox="1"/>
          <p:nvPr/>
        </p:nvSpPr>
        <p:spPr>
          <a:xfrm>
            <a:off x="1215250" y="3574600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6" name="Google Shape;96;p17"/>
          <p:cNvSpPr txBox="1"/>
          <p:nvPr/>
        </p:nvSpPr>
        <p:spPr>
          <a:xfrm>
            <a:off x="1215250" y="5955850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7"/>
          <p:cNvSpPr txBox="1"/>
          <p:nvPr/>
        </p:nvSpPr>
        <p:spPr>
          <a:xfrm>
            <a:off x="1089350" y="10899000"/>
            <a:ext cx="7910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8" name="Google Shape;98;p17"/>
          <p:cNvSpPr txBox="1"/>
          <p:nvPr/>
        </p:nvSpPr>
        <p:spPr>
          <a:xfrm>
            <a:off x="1089350" y="13263825"/>
            <a:ext cx="7910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4346900" y="487282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03&gt;&gt;</a:t>
            </a:r>
            <a:endParaRPr sz="18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0" name="Google Shape;100;p17"/>
          <p:cNvSpPr txBox="1"/>
          <p:nvPr/>
        </p:nvSpPr>
        <p:spPr>
          <a:xfrm>
            <a:off x="4346900" y="723582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04&gt;&gt;</a:t>
            </a:r>
            <a:endParaRPr sz="18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7"/>
          <p:cNvSpPr txBox="1"/>
          <p:nvPr/>
        </p:nvSpPr>
        <p:spPr>
          <a:xfrm>
            <a:off x="4346900" y="121880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01&gt;&gt;</a:t>
            </a:r>
            <a:endParaRPr sz="18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4346900" y="145510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02&gt;&gt;</a:t>
            </a:r>
            <a:endParaRPr sz="18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/>
        </p:nvSpPr>
        <p:spPr>
          <a:xfrm>
            <a:off x="1251450" y="1188625"/>
            <a:ext cx="77841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sz="3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2" name="Google Shape;112;p19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01&gt;&gt;</a:t>
            </a:r>
            <a:endParaRPr sz="20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3" name="Google Shape;113;p19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01&gt;&gt;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4" name="Google Shape;114;p19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01&gt;&gt;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0"/>
          <p:cNvSpPr txBox="1"/>
          <p:nvPr/>
        </p:nvSpPr>
        <p:spPr>
          <a:xfrm>
            <a:off x="966125" y="1188625"/>
            <a:ext cx="83304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sz="3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0" name="Google Shape;120;p20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02&gt;&gt;</a:t>
            </a:r>
            <a:endParaRPr sz="20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1" name="Google Shape;121;p20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02&gt;&gt;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2" name="Google Shape;122;p20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02&gt;&gt;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 txBox="1"/>
          <p:nvPr/>
        </p:nvSpPr>
        <p:spPr>
          <a:xfrm>
            <a:off x="1251450" y="1188625"/>
            <a:ext cx="77841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sz="3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8" name="Google Shape;128;p21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03&gt;&gt;</a:t>
            </a:r>
            <a:endParaRPr sz="20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9" name="Google Shape;129;p21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03&gt;&gt;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0" name="Google Shape;130;p21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03&gt;&gt;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2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sz="3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6" name="Google Shape;136;p22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04&gt;&gt;</a:t>
            </a:r>
            <a:endParaRPr sz="20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7" name="Google Shape;137;p22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04&gt;&gt;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8" name="Google Shape;138;p22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04&gt;&gt;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/>
        </p:nvSpPr>
        <p:spPr>
          <a:xfrm>
            <a:off x="853200" y="5058350"/>
            <a:ext cx="8428200" cy="10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Estilo&gt;&gt;</a:t>
            </a:r>
            <a:endParaRPr sz="25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5"/>
          <p:cNvSpPr txBox="1"/>
          <p:nvPr/>
        </p:nvSpPr>
        <p:spPr>
          <a:xfrm>
            <a:off x="966125" y="10821875"/>
            <a:ext cx="8406600" cy="52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>
                <a:solidFill>
                  <a:schemeClr val="dk1"/>
                </a:solidFill>
              </a:rPr>
              <a:t>&lt;&lt;URL GRAFICO HOLLAND&gt;&gt;</a:t>
            </a:r>
            <a:endParaRPr sz="3483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01&gt;&gt;</a:t>
            </a:r>
            <a:endParaRPr sz="4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8" name="Google Shape;158;p26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01&gt;&gt;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7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02&gt;&gt;</a:t>
            </a:r>
            <a:endParaRPr sz="4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4" name="Google Shape;164;p27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02&gt;&gt;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8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03&gt;&gt;</a:t>
            </a:r>
            <a:endParaRPr sz="4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0" name="Google Shape;170;p28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03&gt;&gt;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/>
        </p:nvSpPr>
        <p:spPr>
          <a:xfrm>
            <a:off x="1627575" y="2800450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04&gt;&gt;</a:t>
            </a:r>
            <a:endParaRPr sz="28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6" name="Google Shape;176;p29"/>
          <p:cNvSpPr txBox="1"/>
          <p:nvPr/>
        </p:nvSpPr>
        <p:spPr>
          <a:xfrm>
            <a:off x="1627575" y="3681500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05&gt;&gt;</a:t>
            </a:r>
            <a:endParaRPr sz="28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7" name="Google Shape;177;p29"/>
          <p:cNvSpPr txBox="1"/>
          <p:nvPr/>
        </p:nvSpPr>
        <p:spPr>
          <a:xfrm>
            <a:off x="1627575" y="4634000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06&gt;&gt;</a:t>
            </a:r>
            <a:endParaRPr sz="28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&lt;&lt;Holland 04&gt;&gt;</a:t>
            </a:r>
            <a:endParaRPr sz="42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83" name="Google Shape;183;p30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Holland 04&gt;&gt;</a:t>
            </a:r>
            <a:endParaRPr sz="27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1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&lt;&lt;Holland 05&gt;&gt;</a:t>
            </a:r>
            <a:endParaRPr sz="42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89" name="Google Shape;189;p31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Holland 05&gt;&gt;</a:t>
            </a:r>
            <a:endParaRPr sz="27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2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&lt;&lt;Holland 06&gt;&gt;</a:t>
            </a:r>
            <a:endParaRPr sz="42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95" name="Google Shape;195;p32"/>
          <p:cNvSpPr txBox="1"/>
          <p:nvPr/>
        </p:nvSpPr>
        <p:spPr>
          <a:xfrm>
            <a:off x="1490300" y="4000500"/>
            <a:ext cx="7145700" cy="117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Holland 06&gt;&gt;</a:t>
            </a:r>
            <a:endParaRPr sz="27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4"/>
          <p:cNvSpPr txBox="1"/>
          <p:nvPr/>
        </p:nvSpPr>
        <p:spPr>
          <a:xfrm>
            <a:off x="1525350" y="7254400"/>
            <a:ext cx="7267200" cy="26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interes 01&gt;&gt;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05" name="Google Shape;205;p34"/>
          <p:cNvSpPr txBox="1"/>
          <p:nvPr/>
        </p:nvSpPr>
        <p:spPr>
          <a:xfrm>
            <a:off x="1525350" y="10264300"/>
            <a:ext cx="7267200" cy="26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interes 02&gt;&gt;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5"/>
          <p:cNvSpPr txBox="1"/>
          <p:nvPr/>
        </p:nvSpPr>
        <p:spPr>
          <a:xfrm>
            <a:off x="907625" y="1697175"/>
            <a:ext cx="8432700" cy="86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Tus intereses fueron una de las claves para sugerirte opciones dentro de las áreas de estudio: 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 v2&gt;&gt;</a:t>
            </a: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 v2&gt;&gt;</a:t>
            </a: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Las áreas en las que mostraste mayor afinidad coinciden con el perfil de carreras como: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Estas opciones no solo se alinean con tus habilidades, sino también con aquello que te motiva.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En otras palabras, no se trata solo de lo que podrías hacer bien, sino de lo que realmente despierta tu interés y curiosidad.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7"/>
          <p:cNvSpPr txBox="1"/>
          <p:nvPr/>
        </p:nvSpPr>
        <p:spPr>
          <a:xfrm>
            <a:off x="923400" y="1038875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01&gt;&gt;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0" name="Google Shape;220;p37"/>
          <p:cNvSpPr txBox="1"/>
          <p:nvPr/>
        </p:nvSpPr>
        <p:spPr>
          <a:xfrm>
            <a:off x="923400" y="44402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01&gt;&gt;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1" name="Google Shape;221;p37"/>
          <p:cNvSpPr txBox="1"/>
          <p:nvPr/>
        </p:nvSpPr>
        <p:spPr>
          <a:xfrm>
            <a:off x="7582650" y="444025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01&gt;&gt;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2" name="Google Shape;222;p37"/>
          <p:cNvSpPr txBox="1"/>
          <p:nvPr/>
        </p:nvSpPr>
        <p:spPr>
          <a:xfrm>
            <a:off x="923400" y="2371125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02&gt;&gt;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3" name="Google Shape;223;p37"/>
          <p:cNvSpPr txBox="1"/>
          <p:nvPr/>
        </p:nvSpPr>
        <p:spPr>
          <a:xfrm>
            <a:off x="923400" y="177627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02&gt;&gt;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4" name="Google Shape;224;p37"/>
          <p:cNvSpPr txBox="1"/>
          <p:nvPr/>
        </p:nvSpPr>
        <p:spPr>
          <a:xfrm>
            <a:off x="7582650" y="1776275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02&gt;&gt;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5" name="Google Shape;225;p37"/>
          <p:cNvSpPr txBox="1"/>
          <p:nvPr/>
        </p:nvSpPr>
        <p:spPr>
          <a:xfrm>
            <a:off x="923400" y="3773150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03&gt;&gt;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6" name="Google Shape;226;p37"/>
          <p:cNvSpPr txBox="1"/>
          <p:nvPr/>
        </p:nvSpPr>
        <p:spPr>
          <a:xfrm>
            <a:off x="923400" y="317830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03&gt;&gt;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7" name="Google Shape;227;p37"/>
          <p:cNvSpPr txBox="1"/>
          <p:nvPr/>
        </p:nvSpPr>
        <p:spPr>
          <a:xfrm>
            <a:off x="7582500" y="317830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03&gt;&gt;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8" name="Google Shape;228;p37"/>
          <p:cNvSpPr txBox="1"/>
          <p:nvPr/>
        </p:nvSpPr>
        <p:spPr>
          <a:xfrm>
            <a:off x="923400" y="5288088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04&gt;&gt;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9" name="Google Shape;229;p37"/>
          <p:cNvSpPr txBox="1"/>
          <p:nvPr/>
        </p:nvSpPr>
        <p:spPr>
          <a:xfrm>
            <a:off x="923400" y="469325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04&gt;&gt;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0" name="Google Shape;230;p37"/>
          <p:cNvSpPr txBox="1"/>
          <p:nvPr/>
        </p:nvSpPr>
        <p:spPr>
          <a:xfrm>
            <a:off x="7582500" y="469325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04&gt;&gt;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1" name="Google Shape;231;p37"/>
          <p:cNvSpPr txBox="1"/>
          <p:nvPr/>
        </p:nvSpPr>
        <p:spPr>
          <a:xfrm>
            <a:off x="923400" y="6859488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05&gt;&gt;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2" name="Google Shape;232;p37"/>
          <p:cNvSpPr txBox="1"/>
          <p:nvPr/>
        </p:nvSpPr>
        <p:spPr>
          <a:xfrm>
            <a:off x="923400" y="626465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05&gt;&gt;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3" name="Google Shape;233;p37"/>
          <p:cNvSpPr txBox="1"/>
          <p:nvPr/>
        </p:nvSpPr>
        <p:spPr>
          <a:xfrm>
            <a:off x="7582500" y="626465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05&gt;&gt;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4" name="Google Shape;234;p37"/>
          <p:cNvSpPr txBox="1"/>
          <p:nvPr/>
        </p:nvSpPr>
        <p:spPr>
          <a:xfrm>
            <a:off x="923400" y="8459113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06&gt;&gt;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5" name="Google Shape;235;p37"/>
          <p:cNvSpPr txBox="1"/>
          <p:nvPr/>
        </p:nvSpPr>
        <p:spPr>
          <a:xfrm>
            <a:off x="923400" y="786427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06&gt;&gt;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6" name="Google Shape;236;p37"/>
          <p:cNvSpPr txBox="1"/>
          <p:nvPr/>
        </p:nvSpPr>
        <p:spPr>
          <a:xfrm>
            <a:off x="7582650" y="7864275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06&gt;&gt;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7" name="Google Shape;237;p37"/>
          <p:cNvSpPr txBox="1"/>
          <p:nvPr/>
        </p:nvSpPr>
        <p:spPr>
          <a:xfrm>
            <a:off x="923400" y="10058750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07&gt;&gt;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8" name="Google Shape;238;p37"/>
          <p:cNvSpPr txBox="1"/>
          <p:nvPr/>
        </p:nvSpPr>
        <p:spPr>
          <a:xfrm>
            <a:off x="923400" y="946390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07&gt;&gt;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9" name="Google Shape;239;p37"/>
          <p:cNvSpPr txBox="1"/>
          <p:nvPr/>
        </p:nvSpPr>
        <p:spPr>
          <a:xfrm>
            <a:off x="7582500" y="946390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07&gt;&gt;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0" name="Google Shape;240;p37"/>
          <p:cNvSpPr txBox="1"/>
          <p:nvPr/>
        </p:nvSpPr>
        <p:spPr>
          <a:xfrm>
            <a:off x="923400" y="11553250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08&gt;&gt;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1" name="Google Shape;241;p37"/>
          <p:cNvSpPr txBox="1"/>
          <p:nvPr/>
        </p:nvSpPr>
        <p:spPr>
          <a:xfrm>
            <a:off x="923400" y="1095840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08&gt;&gt;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2" name="Google Shape;242;p37"/>
          <p:cNvSpPr txBox="1"/>
          <p:nvPr/>
        </p:nvSpPr>
        <p:spPr>
          <a:xfrm>
            <a:off x="7582500" y="1095840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08&gt;&gt;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8"/>
          <p:cNvSpPr txBox="1"/>
          <p:nvPr/>
        </p:nvSpPr>
        <p:spPr>
          <a:xfrm>
            <a:off x="1490300" y="16909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01&gt;&gt;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8" name="Google Shape;248;p38"/>
          <p:cNvSpPr txBox="1"/>
          <p:nvPr/>
        </p:nvSpPr>
        <p:spPr>
          <a:xfrm>
            <a:off x="6427775" y="3192225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01&gt;&gt;</a:t>
            </a:r>
            <a:endParaRPr sz="3000" b="1" i="1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9" name="Google Shape;249;p38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01&gt;&gt;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50" name="Google Shape;250;p38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02&gt;&gt;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1" name="Google Shape;251;p38"/>
          <p:cNvSpPr txBox="1"/>
          <p:nvPr/>
        </p:nvSpPr>
        <p:spPr>
          <a:xfrm>
            <a:off x="6427775" y="11579150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02&gt;&gt;</a:t>
            </a:r>
            <a:endParaRPr sz="3000" b="1" i="1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2" name="Google Shape;252;p38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02&gt;&gt;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9"/>
          <p:cNvSpPr txBox="1"/>
          <p:nvPr/>
        </p:nvSpPr>
        <p:spPr>
          <a:xfrm>
            <a:off x="1490300" y="16147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03&gt;&gt;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8" name="Google Shape;258;p39"/>
          <p:cNvSpPr txBox="1"/>
          <p:nvPr/>
        </p:nvSpPr>
        <p:spPr>
          <a:xfrm>
            <a:off x="6427775" y="3192225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03&gt;&gt;</a:t>
            </a:r>
            <a:endParaRPr sz="3000" b="1" i="1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03&gt;&gt;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04&gt;&gt;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6427775" y="11579150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04&gt;&gt;</a:t>
            </a:r>
            <a:endParaRPr sz="3000" b="1" i="1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2" name="Google Shape;262;p39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04&gt;&gt;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0"/>
          <p:cNvSpPr txBox="1"/>
          <p:nvPr/>
        </p:nvSpPr>
        <p:spPr>
          <a:xfrm>
            <a:off x="1490300" y="16147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05&gt;&gt;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8" name="Google Shape;268;p40"/>
          <p:cNvSpPr txBox="1"/>
          <p:nvPr/>
        </p:nvSpPr>
        <p:spPr>
          <a:xfrm>
            <a:off x="6427775" y="3192225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05&gt;&gt;</a:t>
            </a:r>
            <a:endParaRPr sz="3000" b="1" i="1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9" name="Google Shape;269;p40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05&gt;&gt;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70" name="Google Shape;270;p40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06&gt;&gt;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1" name="Google Shape;271;p40"/>
          <p:cNvSpPr txBox="1"/>
          <p:nvPr/>
        </p:nvSpPr>
        <p:spPr>
          <a:xfrm>
            <a:off x="6427775" y="11579150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06&gt;&gt;</a:t>
            </a:r>
            <a:endParaRPr sz="3000" b="1" i="1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2" name="Google Shape;272;p40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06&gt;&gt;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1"/>
          <p:cNvSpPr txBox="1"/>
          <p:nvPr/>
        </p:nvSpPr>
        <p:spPr>
          <a:xfrm>
            <a:off x="1490300" y="16147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07&gt;&gt;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8" name="Google Shape;278;p41"/>
          <p:cNvSpPr txBox="1"/>
          <p:nvPr/>
        </p:nvSpPr>
        <p:spPr>
          <a:xfrm>
            <a:off x="6427775" y="3192225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07&gt;&gt;</a:t>
            </a:r>
            <a:endParaRPr sz="3000" b="1" i="1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9" name="Google Shape;279;p41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07&gt;&gt;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80" name="Google Shape;280;p41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08&gt;&gt;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81" name="Google Shape;281;p41"/>
          <p:cNvSpPr txBox="1"/>
          <p:nvPr/>
        </p:nvSpPr>
        <p:spPr>
          <a:xfrm>
            <a:off x="6427775" y="11579150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08&gt;&gt;</a:t>
            </a:r>
            <a:endParaRPr sz="3000" b="1" i="1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82" name="Google Shape;282;p41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08&gt;&gt;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2"/>
          <p:cNvSpPr txBox="1"/>
          <p:nvPr/>
        </p:nvSpPr>
        <p:spPr>
          <a:xfrm>
            <a:off x="999775" y="2776425"/>
            <a:ext cx="8406600" cy="5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83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01 v2&gt;&gt;</a:t>
            </a:r>
            <a:endParaRPr sz="3483">
              <a:solidFill>
                <a:schemeClr val="dk2"/>
              </a:solidFill>
            </a:endParaRPr>
          </a:p>
        </p:txBody>
      </p:sp>
      <p:sp>
        <p:nvSpPr>
          <p:cNvPr id="288" name="Google Shape;288;p42"/>
          <p:cNvSpPr txBox="1"/>
          <p:nvPr/>
        </p:nvSpPr>
        <p:spPr>
          <a:xfrm>
            <a:off x="966125" y="3434675"/>
            <a:ext cx="8406600" cy="5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02 v2&gt;&gt;</a:t>
            </a:r>
            <a:endParaRPr sz="3483">
              <a:solidFill>
                <a:schemeClr val="dk2"/>
              </a:solidFill>
            </a:endParaRPr>
          </a:p>
        </p:txBody>
      </p:sp>
      <p:sp>
        <p:nvSpPr>
          <p:cNvPr id="289" name="Google Shape;289;p42"/>
          <p:cNvSpPr txBox="1"/>
          <p:nvPr/>
        </p:nvSpPr>
        <p:spPr>
          <a:xfrm>
            <a:off x="966125" y="5299150"/>
            <a:ext cx="8406600" cy="5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sz="3483">
              <a:solidFill>
                <a:schemeClr val="dk2"/>
              </a:solidFill>
            </a:endParaRPr>
          </a:p>
        </p:txBody>
      </p:sp>
      <p:sp>
        <p:nvSpPr>
          <p:cNvPr id="290" name="Google Shape;290;p42"/>
          <p:cNvSpPr txBox="1"/>
          <p:nvPr/>
        </p:nvSpPr>
        <p:spPr>
          <a:xfrm>
            <a:off x="966125" y="6130050"/>
            <a:ext cx="8406600" cy="5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sz="3483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44"/>
          <p:cNvSpPr txBox="1"/>
          <p:nvPr/>
        </p:nvSpPr>
        <p:spPr>
          <a:xfrm>
            <a:off x="966125" y="6659150"/>
            <a:ext cx="8406600" cy="51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Gest_Temp 01&gt;&gt;</a:t>
            </a:r>
            <a:endParaRPr sz="241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300" name="Google Shape;300;p44"/>
          <p:cNvSpPr txBox="1"/>
          <p:nvPr/>
        </p:nvSpPr>
        <p:spPr>
          <a:xfrm>
            <a:off x="966125" y="13293225"/>
            <a:ext cx="8406600" cy="40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Gest_Temp 02&gt;&gt;</a:t>
            </a:r>
            <a:endParaRPr sz="24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5"/>
          <p:cNvSpPr txBox="1"/>
          <p:nvPr/>
        </p:nvSpPr>
        <p:spPr>
          <a:xfrm>
            <a:off x="966125" y="6659150"/>
            <a:ext cx="8406600" cy="51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Persev 01&gt;&gt;</a:t>
            </a:r>
            <a:endParaRPr sz="241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306" name="Google Shape;306;p45"/>
          <p:cNvSpPr txBox="1"/>
          <p:nvPr/>
        </p:nvSpPr>
        <p:spPr>
          <a:xfrm>
            <a:off x="966125" y="13293225"/>
            <a:ext cx="8406600" cy="40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Persev 02&gt;&gt;</a:t>
            </a:r>
            <a:endParaRPr sz="24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6"/>
          <p:cNvSpPr txBox="1"/>
          <p:nvPr/>
        </p:nvSpPr>
        <p:spPr>
          <a:xfrm>
            <a:off x="966125" y="6659150"/>
            <a:ext cx="8406600" cy="51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Hab_est 01&gt;&gt;</a:t>
            </a:r>
            <a:endParaRPr sz="241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312" name="Google Shape;312;p46"/>
          <p:cNvSpPr txBox="1"/>
          <p:nvPr/>
        </p:nvSpPr>
        <p:spPr>
          <a:xfrm>
            <a:off x="966125" y="13293225"/>
            <a:ext cx="8406600" cy="40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Hab_est 02&gt;&gt;</a:t>
            </a:r>
            <a:endParaRPr sz="24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7"/>
          <p:cNvSpPr txBox="1"/>
          <p:nvPr/>
        </p:nvSpPr>
        <p:spPr>
          <a:xfrm>
            <a:off x="966125" y="6659150"/>
            <a:ext cx="8406600" cy="51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IE 01&gt;&gt;</a:t>
            </a:r>
            <a:endParaRPr sz="241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318" name="Google Shape;318;p47"/>
          <p:cNvSpPr txBox="1"/>
          <p:nvPr/>
        </p:nvSpPr>
        <p:spPr>
          <a:xfrm>
            <a:off x="966125" y="13293225"/>
            <a:ext cx="8406600" cy="40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IE 02&gt;&gt;</a:t>
            </a:r>
            <a:endParaRPr sz="24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49"/>
          <p:cNvSpPr txBox="1"/>
          <p:nvPr/>
        </p:nvSpPr>
        <p:spPr>
          <a:xfrm>
            <a:off x="1454150" y="12785750"/>
            <a:ext cx="7232400" cy="41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Verbal&gt;&gt;</a:t>
            </a:r>
            <a:endParaRPr sz="2600">
              <a:solidFill>
                <a:schemeClr val="dk1"/>
              </a:solidFill>
              <a:latin typeface="Archivo Light"/>
              <a:ea typeface="Archivo Light"/>
              <a:cs typeface="Archivo Light"/>
              <a:sym typeface="Archivo Light"/>
            </a:endParaRPr>
          </a:p>
        </p:txBody>
      </p:sp>
      <p:cxnSp>
        <p:nvCxnSpPr>
          <p:cNvPr id="328" name="Google Shape;328;p49"/>
          <p:cNvCxnSpPr/>
          <p:nvPr/>
        </p:nvCxnSpPr>
        <p:spPr>
          <a:xfrm>
            <a:off x="1518125" y="17315325"/>
            <a:ext cx="7173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9" name="Google Shape;329;p49"/>
          <p:cNvSpPr txBox="1"/>
          <p:nvPr/>
        </p:nvSpPr>
        <p:spPr>
          <a:xfrm>
            <a:off x="1460275" y="11802175"/>
            <a:ext cx="7232400" cy="66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&lt;&lt;Nivel Verbal&gt;&gt;</a:t>
            </a:r>
            <a:endParaRPr sz="30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0"/>
          <p:cNvSpPr txBox="1"/>
          <p:nvPr/>
        </p:nvSpPr>
        <p:spPr>
          <a:xfrm>
            <a:off x="1460263" y="12758350"/>
            <a:ext cx="7232400" cy="41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Abstracto&gt;&gt;</a:t>
            </a:r>
            <a:endParaRPr sz="2600">
              <a:solidFill>
                <a:schemeClr val="dk1"/>
              </a:solidFill>
              <a:latin typeface="Archivo Light"/>
              <a:ea typeface="Archivo Light"/>
              <a:cs typeface="Archivo Light"/>
              <a:sym typeface="Archivo Light"/>
            </a:endParaRPr>
          </a:p>
        </p:txBody>
      </p:sp>
      <p:cxnSp>
        <p:nvCxnSpPr>
          <p:cNvPr id="335" name="Google Shape;335;p50"/>
          <p:cNvCxnSpPr/>
          <p:nvPr/>
        </p:nvCxnSpPr>
        <p:spPr>
          <a:xfrm>
            <a:off x="1524238" y="17287925"/>
            <a:ext cx="7173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6" name="Google Shape;336;p50"/>
          <p:cNvSpPr txBox="1"/>
          <p:nvPr/>
        </p:nvSpPr>
        <p:spPr>
          <a:xfrm>
            <a:off x="1454150" y="4352650"/>
            <a:ext cx="7232400" cy="41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Numérico&gt;&gt;</a:t>
            </a:r>
            <a:endParaRPr sz="2600">
              <a:solidFill>
                <a:schemeClr val="dk1"/>
              </a:solidFill>
              <a:latin typeface="Archivo Light"/>
              <a:ea typeface="Archivo Light"/>
              <a:cs typeface="Archivo Light"/>
              <a:sym typeface="Archivo Light"/>
            </a:endParaRPr>
          </a:p>
        </p:txBody>
      </p:sp>
      <p:cxnSp>
        <p:nvCxnSpPr>
          <p:cNvPr id="337" name="Google Shape;337;p50"/>
          <p:cNvCxnSpPr/>
          <p:nvPr/>
        </p:nvCxnSpPr>
        <p:spPr>
          <a:xfrm>
            <a:off x="1518125" y="8882225"/>
            <a:ext cx="7173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8" name="Google Shape;338;p50"/>
          <p:cNvSpPr txBox="1"/>
          <p:nvPr/>
        </p:nvSpPr>
        <p:spPr>
          <a:xfrm>
            <a:off x="1460275" y="3369075"/>
            <a:ext cx="7232400" cy="66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&lt;&lt;Nivel Numérico&gt;&gt;</a:t>
            </a:r>
            <a:endParaRPr sz="30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339" name="Google Shape;339;p50"/>
          <p:cNvSpPr txBox="1"/>
          <p:nvPr/>
        </p:nvSpPr>
        <p:spPr>
          <a:xfrm>
            <a:off x="1460275" y="11774775"/>
            <a:ext cx="7232400" cy="66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&lt;&lt;Nivel Abstracto&gt;&gt;</a:t>
            </a:r>
            <a:endParaRPr sz="30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51"/>
          <p:cNvSpPr txBox="1"/>
          <p:nvPr/>
        </p:nvSpPr>
        <p:spPr>
          <a:xfrm>
            <a:off x="852657" y="1832150"/>
            <a:ext cx="8357400" cy="5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" sz="2610" i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&lt;&lt;Balance cognitivas&gt;&gt;</a:t>
            </a:r>
            <a:endParaRPr sz="2610" i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endParaRPr sz="2610" i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345" name="Google Shape;345;p51"/>
          <p:cNvSpPr txBox="1"/>
          <p:nvPr/>
        </p:nvSpPr>
        <p:spPr>
          <a:xfrm>
            <a:off x="852657" y="3025950"/>
            <a:ext cx="8357400" cy="63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" sz="241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Balance&gt;&gt;</a:t>
            </a:r>
            <a:endParaRPr sz="241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endParaRPr sz="241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719</Words>
  <Application>Microsoft Office PowerPoint</Application>
  <PresentationFormat>Custom</PresentationFormat>
  <Paragraphs>153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7" baseType="lpstr">
      <vt:lpstr>Arial</vt:lpstr>
      <vt:lpstr>Public Sans</vt:lpstr>
      <vt:lpstr>Archivo</vt:lpstr>
      <vt:lpstr>Public Sans Light</vt:lpstr>
      <vt:lpstr>Archivo Light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1</cp:revision>
  <dcterms:modified xsi:type="dcterms:W3CDTF">2025-12-11T17:08:30Z</dcterms:modified>
</cp:coreProperties>
</file>