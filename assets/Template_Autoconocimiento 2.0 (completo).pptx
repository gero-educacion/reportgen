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</p:sldIdLst>
  <p:sldSz cy="18288000" cx="10287000"/>
  <p:notesSz cx="6858000" cy="9144000"/>
  <p:embeddedFontLst>
    <p:embeddedFont>
      <p:font typeface="Archivo Light"/>
      <p:regular r:id="rId48"/>
      <p:bold r:id="rId49"/>
      <p:italic r:id="rId50"/>
      <p:boldItalic r:id="rId51"/>
    </p:embeddedFont>
    <p:embeddedFont>
      <p:font typeface="Public Sans"/>
      <p:regular r:id="rId52"/>
      <p:bold r:id="rId53"/>
      <p:italic r:id="rId54"/>
      <p:boldItalic r:id="rId55"/>
    </p:embeddedFont>
    <p:embeddedFont>
      <p:font typeface="Archivo"/>
      <p:regular r:id="rId56"/>
      <p:bold r:id="rId57"/>
      <p:italic r:id="rId58"/>
      <p:boldItalic r:id="rId59"/>
    </p:embeddedFont>
    <p:embeddedFont>
      <p:font typeface="Public Sans Light"/>
      <p:regular r:id="rId60"/>
      <p:bold r:id="rId61"/>
      <p:italic r:id="rId62"/>
      <p:boldItalic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609">
          <p15:clr>
            <a:srgbClr val="747775"/>
          </p15:clr>
        </p15:guide>
        <p15:guide id="2" pos="5904">
          <p15:clr>
            <a:srgbClr val="747775"/>
          </p15:clr>
        </p15:guide>
        <p15:guide id="3" orient="horz" pos="252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609"/>
        <p:guide pos="5904"/>
        <p:guide pos="2520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ArchivoLight-regular.fntdata"/><Relationship Id="rId47" Type="http://schemas.openxmlformats.org/officeDocument/2006/relationships/slide" Target="slides/slide42.xml"/><Relationship Id="rId49" Type="http://schemas.openxmlformats.org/officeDocument/2006/relationships/font" Target="fonts/ArchivoLight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font" Target="fonts/PublicSansLight-italic.fntdata"/><Relationship Id="rId61" Type="http://schemas.openxmlformats.org/officeDocument/2006/relationships/font" Target="fonts/PublicSansLight-bold.fntdata"/><Relationship Id="rId20" Type="http://schemas.openxmlformats.org/officeDocument/2006/relationships/slide" Target="slides/slide15.xml"/><Relationship Id="rId63" Type="http://schemas.openxmlformats.org/officeDocument/2006/relationships/font" Target="fonts/PublicSansLight-bold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60" Type="http://schemas.openxmlformats.org/officeDocument/2006/relationships/font" Target="fonts/PublicSansLight-regular.fntdata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ArchivoLight-boldItalic.fntdata"/><Relationship Id="rId50" Type="http://schemas.openxmlformats.org/officeDocument/2006/relationships/font" Target="fonts/ArchivoLight-italic.fntdata"/><Relationship Id="rId53" Type="http://schemas.openxmlformats.org/officeDocument/2006/relationships/font" Target="fonts/PublicSans-bold.fntdata"/><Relationship Id="rId52" Type="http://schemas.openxmlformats.org/officeDocument/2006/relationships/font" Target="fonts/PublicSans-regular.fntdata"/><Relationship Id="rId11" Type="http://schemas.openxmlformats.org/officeDocument/2006/relationships/slide" Target="slides/slide6.xml"/><Relationship Id="rId55" Type="http://schemas.openxmlformats.org/officeDocument/2006/relationships/font" Target="fonts/PublicSans-boldItalic.fntdata"/><Relationship Id="rId10" Type="http://schemas.openxmlformats.org/officeDocument/2006/relationships/slide" Target="slides/slide5.xml"/><Relationship Id="rId54" Type="http://schemas.openxmlformats.org/officeDocument/2006/relationships/font" Target="fonts/PublicSans-italic.fntdata"/><Relationship Id="rId13" Type="http://schemas.openxmlformats.org/officeDocument/2006/relationships/slide" Target="slides/slide8.xml"/><Relationship Id="rId57" Type="http://schemas.openxmlformats.org/officeDocument/2006/relationships/font" Target="fonts/Archivo-bold.fntdata"/><Relationship Id="rId12" Type="http://schemas.openxmlformats.org/officeDocument/2006/relationships/slide" Target="slides/slide7.xml"/><Relationship Id="rId56" Type="http://schemas.openxmlformats.org/officeDocument/2006/relationships/font" Target="fonts/Archivo-regular.fntdata"/><Relationship Id="rId15" Type="http://schemas.openxmlformats.org/officeDocument/2006/relationships/slide" Target="slides/slide10.xml"/><Relationship Id="rId59" Type="http://schemas.openxmlformats.org/officeDocument/2006/relationships/font" Target="fonts/Archivo-boldItalic.fntdata"/><Relationship Id="rId14" Type="http://schemas.openxmlformats.org/officeDocument/2006/relationships/slide" Target="slides/slide9.xml"/><Relationship Id="rId58" Type="http://schemas.openxmlformats.org/officeDocument/2006/relationships/font" Target="fonts/Archivo-italic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76936d1eaf_0_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76936d1ea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76936d1eaf_0_3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76936d1eaf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76936d1eaf_0_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76936d1eaf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76936d1eaf_0_9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76936d1eaf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76936d1eaf_0_12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76936d1eaf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76936d1eaf_0_15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76936d1eaf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64e706d103_0_12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64e706d103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4e706d103_0_19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64e706d103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64e706d103_0_5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64e706d103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76936d1eaf_0_18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76936d1eaf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76936d1eaf_0_21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76936d1eaf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76936d1eaf_0_24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76936d1eaf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76936d1eaf_0_27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76936d1eaf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76936d1eaf_0_3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76936d1eaf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76936d1eaf_0_33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76936d1eaf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76936d1eaf_0_3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76936d1eaf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76936d1eaf_0_39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76936d1eaf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76936d1eaf_0_42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76936d1eaf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76936d1eaf_0_45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76936d1eaf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76936d1eaf_0_51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76936d1eaf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76936d1eaf_0_54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76936d1eaf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76936d1eaf_0_57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76936d1eaf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76936d1eaf_0_6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76936d1eaf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76936d1eaf_0_63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76936d1eaf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76936d1eaf_0_6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76936d1eaf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76936d1eaf_0_108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76936d1eaf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76936d1eaf_0_105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376936d1eaf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76936d1eaf_0_102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76936d1eaf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794dfc6a05_0_9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3794dfc6a05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794dfc6a05_0_38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794dfc6a05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794dfc6a05_0_6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794dfc6a05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794dfc6a05_0_3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794dfc6a05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794dfc6a05_0_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3794dfc6a0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794dfc6a05_0_15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794dfc6a0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794dfc6a05_0_12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794dfc6a0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76936d1eaf_0_72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376936d1eaf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76936d1eaf_0_75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76936d1eaf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76936d1eaf_0_78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376936d1eaf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76936d1eaf_0_81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76936d1eaf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76936d1eaf_0_84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76936d1eaf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c612a8d095_1_0:notes"/>
          <p:cNvSpPr/>
          <p:nvPr>
            <p:ph idx="2" type="sldImg"/>
          </p:nvPr>
        </p:nvSpPr>
        <p:spPr>
          <a:xfrm>
            <a:off x="2464919" y="685800"/>
            <a:ext cx="1928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" name="Google Shape;356;g3c612a8d095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49791" lvl="0" marL="457200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indent="-400638" lvl="1" marL="9144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indent="-400638" lvl="2" marL="13716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indent="-400638" lvl="3" marL="18288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indent="-400637" lvl="4" marL="22860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indent="-400637" lvl="5" marL="27432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indent="-400637" lvl="6" marL="32004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indent="-400637" lvl="7" marL="36576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indent="-400637" lvl="8" marL="41148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00638" lvl="0" marL="4572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indent="-376060" lvl="1" marL="9144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indent="-376060" lvl="2" marL="13716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indent="-376060" lvl="3" marL="18288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indent="-376060" lvl="4" marL="22860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indent="-376060" lvl="5" marL="27432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indent="-376060" lvl="6" marL="32004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indent="-376061" lvl="7" marL="36576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indent="-376061" lvl="8" marL="41148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00638" lvl="0" marL="4572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indent="-376060" lvl="1" marL="9144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indent="-376060" lvl="2" marL="13716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indent="-376060" lvl="3" marL="18288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indent="-376060" lvl="4" marL="22860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indent="-376060" lvl="5" marL="27432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indent="-376060" lvl="6" marL="32004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indent="-376061" lvl="7" marL="36576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indent="-376061" lvl="8" marL="41148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376060" lvl="0" marL="4572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indent="-376060" lvl="1" marL="9144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indent="-376060" lvl="2" marL="13716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indent="-376060" lvl="3" marL="18288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indent="-376060" lvl="4" marL="22860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indent="-376060" lvl="5" marL="27432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indent="-376060" lvl="6" marL="320040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indent="-376061" lvl="7" marL="365760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indent="-376061" lvl="8" marL="411480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76925" lIns="176925" spcFirstLastPara="1" rIns="176925" wrap="square" tIns="176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-449791" lvl="0" marL="457200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indent="-400638" lvl="1" marL="9144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indent="-400638" lvl="2" marL="13716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indent="-400638" lvl="3" marL="18288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indent="-400637" lvl="4" marL="22860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indent="-400637" lvl="5" marL="27432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indent="-400637" lvl="6" marL="3200400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indent="-400637" lvl="7" marL="3657600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indent="-400637" lvl="8" marL="4114800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anchorCtr="0" anchor="b" bIns="176925" lIns="176925" spcFirstLastPara="1" rIns="176925" wrap="square" tIns="1769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49791" lvl="0" marL="457200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indent="-400638" lvl="1" marL="914400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indent="-400638" lvl="2" marL="1371600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indent="-400638" lvl="3" marL="1828800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indent="-400637" lvl="4" marL="2286000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indent="-400637" lvl="5" marL="2743200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indent="-400637" lvl="6" marL="3200400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indent="-400637" lvl="7" marL="3657600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indent="-400637" lvl="8" marL="4114800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176925" lIns="176925" spcFirstLastPara="1" rIns="176925" wrap="square" tIns="176925">
            <a:normAutofit/>
          </a:bodyPr>
          <a:lstStyle>
            <a:lvl1pPr indent="-449791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indent="-400638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indent="-400638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indent="-400638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indent="-400637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indent="-400637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indent="-400637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indent="-400637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indent="-400637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76925" lIns="176925" spcFirstLastPara="1" rIns="176925" wrap="square" tIns="176925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4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2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3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1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3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7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4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0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5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2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6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5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58825" y="4061600"/>
            <a:ext cx="7224000" cy="9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&lt;&lt;Nombre y Apellido&gt;&gt;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/>
        </p:nvSpPr>
        <p:spPr>
          <a:xfrm>
            <a:off x="1537374" y="56358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01&gt;&gt;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68" name="Google Shape;68;p16"/>
          <p:cNvSpPr txBox="1"/>
          <p:nvPr/>
        </p:nvSpPr>
        <p:spPr>
          <a:xfrm>
            <a:off x="1537363" y="51172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01&gt;&gt;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69" name="Google Shape;69;p16"/>
          <p:cNvSpPr txBox="1"/>
          <p:nvPr/>
        </p:nvSpPr>
        <p:spPr>
          <a:xfrm>
            <a:off x="7664530" y="51172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01&gt;&gt;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0" name="Google Shape;70;p16"/>
          <p:cNvSpPr txBox="1"/>
          <p:nvPr/>
        </p:nvSpPr>
        <p:spPr>
          <a:xfrm>
            <a:off x="1537374" y="68113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02&gt;&gt;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1" name="Google Shape;71;p16"/>
          <p:cNvSpPr txBox="1"/>
          <p:nvPr/>
        </p:nvSpPr>
        <p:spPr>
          <a:xfrm>
            <a:off x="1537363" y="62926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02&gt;&gt;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2" name="Google Shape;72;p16"/>
          <p:cNvSpPr txBox="1"/>
          <p:nvPr/>
        </p:nvSpPr>
        <p:spPr>
          <a:xfrm>
            <a:off x="7664530" y="62926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02&gt;&gt;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3" name="Google Shape;73;p16"/>
          <p:cNvSpPr txBox="1"/>
          <p:nvPr/>
        </p:nvSpPr>
        <p:spPr>
          <a:xfrm>
            <a:off x="1537374" y="79867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03&gt;&gt;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1537363" y="74681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03&gt;&gt;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7664530" y="74681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03&gt;&gt;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1537374" y="91622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04&gt;&gt;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1537363" y="86435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04&gt;&gt;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7664530" y="86435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04&gt;&gt;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9" name="Google Shape;79;p16"/>
          <p:cNvSpPr txBox="1"/>
          <p:nvPr/>
        </p:nvSpPr>
        <p:spPr>
          <a:xfrm>
            <a:off x="1537374" y="103376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05&gt;&gt;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0" name="Google Shape;80;p16"/>
          <p:cNvSpPr txBox="1"/>
          <p:nvPr/>
        </p:nvSpPr>
        <p:spPr>
          <a:xfrm>
            <a:off x="1537363" y="98190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05&gt;&gt;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1" name="Google Shape;81;p16"/>
          <p:cNvSpPr txBox="1"/>
          <p:nvPr/>
        </p:nvSpPr>
        <p:spPr>
          <a:xfrm>
            <a:off x="7664530" y="98190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05&gt;&gt;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1537374" y="115131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06&gt;&gt;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3" name="Google Shape;83;p16"/>
          <p:cNvSpPr txBox="1"/>
          <p:nvPr/>
        </p:nvSpPr>
        <p:spPr>
          <a:xfrm>
            <a:off x="1537363" y="109944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06&gt;&gt;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4" name="Google Shape;84;p16"/>
          <p:cNvSpPr txBox="1"/>
          <p:nvPr/>
        </p:nvSpPr>
        <p:spPr>
          <a:xfrm>
            <a:off x="7664530" y="109944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06&gt;&gt;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5" name="Google Shape;85;p16"/>
          <p:cNvSpPr txBox="1"/>
          <p:nvPr/>
        </p:nvSpPr>
        <p:spPr>
          <a:xfrm>
            <a:off x="1537374" y="126885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07&gt;&gt;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1537363" y="121699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07&gt;&gt;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7664530" y="121699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07&gt;&gt;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1537374" y="138640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08&gt;&gt;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1537363" y="133453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08&gt;&gt;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7664530" y="133453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08&gt;&gt;</a:t>
            </a:r>
            <a:endParaRPr b="1"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7"/>
          <p:cNvSpPr txBox="1"/>
          <p:nvPr/>
        </p:nvSpPr>
        <p:spPr>
          <a:xfrm>
            <a:off x="1215250" y="3574600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1215250" y="5955850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7"/>
          <p:cNvSpPr txBox="1"/>
          <p:nvPr/>
        </p:nvSpPr>
        <p:spPr>
          <a:xfrm>
            <a:off x="1089350" y="10899000"/>
            <a:ext cx="7910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8" name="Google Shape;98;p17"/>
          <p:cNvSpPr txBox="1"/>
          <p:nvPr/>
        </p:nvSpPr>
        <p:spPr>
          <a:xfrm>
            <a:off x="1089350" y="13263825"/>
            <a:ext cx="7910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4346900" y="487282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i="1" sz="18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0" name="Google Shape;100;p17"/>
          <p:cNvSpPr txBox="1"/>
          <p:nvPr/>
        </p:nvSpPr>
        <p:spPr>
          <a:xfrm>
            <a:off x="4346900" y="723582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i="1" sz="18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7"/>
          <p:cNvSpPr txBox="1"/>
          <p:nvPr/>
        </p:nvSpPr>
        <p:spPr>
          <a:xfrm>
            <a:off x="4346900" y="121880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i="1" sz="18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4346900" y="145510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8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i="1" sz="18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/>
        </p:nvSpPr>
        <p:spPr>
          <a:xfrm>
            <a:off x="1251450" y="1188625"/>
            <a:ext cx="77841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b="1" sz="3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2" name="Google Shape;112;p19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i="1" sz="2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3" name="Google Shape;113;p19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01&gt;&gt;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4" name="Google Shape;114;p19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01&gt;&gt;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0"/>
          <p:cNvSpPr txBox="1"/>
          <p:nvPr/>
        </p:nvSpPr>
        <p:spPr>
          <a:xfrm>
            <a:off x="966125" y="1188625"/>
            <a:ext cx="8330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</a:t>
            </a:r>
            <a:r>
              <a:rPr b="1" lang="en" sz="3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Carrera</a:t>
            </a:r>
            <a:r>
              <a:rPr b="1" lang="en" sz="3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 02&gt;&gt;</a:t>
            </a:r>
            <a:endParaRPr b="1" sz="3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0" name="Google Shape;120;p20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i="1" sz="2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1" name="Google Shape;121;p20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02&gt;&gt;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2" name="Google Shape;122;p20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02&gt;&gt;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/>
          <p:nvPr/>
        </p:nvSpPr>
        <p:spPr>
          <a:xfrm>
            <a:off x="1251450" y="1188625"/>
            <a:ext cx="77841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</a:t>
            </a:r>
            <a:r>
              <a:rPr b="1" lang="en" sz="3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Carrera</a:t>
            </a:r>
            <a:r>
              <a:rPr b="1" lang="en" sz="3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 03&gt;&gt;</a:t>
            </a:r>
            <a:endParaRPr b="1" sz="3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8" name="Google Shape;128;p21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i="1" sz="2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9" name="Google Shape;129;p21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03&gt;&gt;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0" name="Google Shape;130;p21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03&gt;&gt;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2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b="1" sz="3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6" name="Google Shape;136;p22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2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i="1" sz="2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7" name="Google Shape;137;p22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04&gt;&gt;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8" name="Google Shape;138;p22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04&gt;&gt;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/>
        </p:nvSpPr>
        <p:spPr>
          <a:xfrm>
            <a:off x="853200" y="5058350"/>
            <a:ext cx="8428200" cy="10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Estilo&gt;&gt;</a:t>
            </a:r>
            <a:endParaRPr sz="25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5"/>
          <p:cNvSpPr txBox="1"/>
          <p:nvPr/>
        </p:nvSpPr>
        <p:spPr>
          <a:xfrm>
            <a:off x="966125" y="10821875"/>
            <a:ext cx="8406600" cy="527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>
                <a:solidFill>
                  <a:schemeClr val="dk1"/>
                </a:solidFill>
              </a:rPr>
              <a:t>&lt;&lt;URL GRAFICO HOLLAND&gt;&gt;</a:t>
            </a:r>
            <a:endParaRPr sz="3483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01&gt;&gt;</a:t>
            </a:r>
            <a:endParaRPr b="1" sz="4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8" name="Google Shape;158;p26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01&gt;&gt;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7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02&gt;&gt;</a:t>
            </a:r>
            <a:endParaRPr b="1" sz="4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4" name="Google Shape;164;p27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02&gt;&gt;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8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03&gt;&gt;</a:t>
            </a:r>
            <a:endParaRPr b="1" sz="4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0" name="Google Shape;170;p28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03&gt;&gt;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/>
        </p:nvSpPr>
        <p:spPr>
          <a:xfrm>
            <a:off x="1627575" y="280045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04&gt;&gt;</a:t>
            </a:r>
            <a:endParaRPr b="1" sz="28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6" name="Google Shape;176;p29"/>
          <p:cNvSpPr txBox="1"/>
          <p:nvPr/>
        </p:nvSpPr>
        <p:spPr>
          <a:xfrm>
            <a:off x="1627575" y="368150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05&gt;&gt;</a:t>
            </a:r>
            <a:endParaRPr b="1" sz="28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7" name="Google Shape;177;p29"/>
          <p:cNvSpPr txBox="1"/>
          <p:nvPr/>
        </p:nvSpPr>
        <p:spPr>
          <a:xfrm>
            <a:off x="1627575" y="463400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8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06&gt;&gt;</a:t>
            </a:r>
            <a:endParaRPr b="1" sz="28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04&gt;&gt;</a:t>
            </a:r>
            <a:endParaRPr b="1" sz="42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83" name="Google Shape;183;p30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04&gt;&gt;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1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05&gt;&gt;</a:t>
            </a:r>
            <a:endParaRPr b="1" sz="42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89" name="Google Shape;189;p31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05&gt;&gt;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2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06&gt;&gt;</a:t>
            </a:r>
            <a:endParaRPr b="1" sz="42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95" name="Google Shape;195;p32"/>
          <p:cNvSpPr txBox="1"/>
          <p:nvPr/>
        </p:nvSpPr>
        <p:spPr>
          <a:xfrm>
            <a:off x="1490300" y="4000500"/>
            <a:ext cx="7145700" cy="117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06&gt;&gt;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4"/>
          <p:cNvSpPr txBox="1"/>
          <p:nvPr/>
        </p:nvSpPr>
        <p:spPr>
          <a:xfrm>
            <a:off x="1525350" y="7254400"/>
            <a:ext cx="7267200" cy="26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01&gt;&gt;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05" name="Google Shape;205;p34"/>
          <p:cNvSpPr txBox="1"/>
          <p:nvPr/>
        </p:nvSpPr>
        <p:spPr>
          <a:xfrm>
            <a:off x="1525350" y="10264300"/>
            <a:ext cx="7267200" cy="269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02&gt;&gt;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5"/>
          <p:cNvSpPr txBox="1"/>
          <p:nvPr/>
        </p:nvSpPr>
        <p:spPr>
          <a:xfrm>
            <a:off x="907625" y="1697175"/>
            <a:ext cx="8432700" cy="86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Tus intereses fueron una de las claves para sugerirte opciones dentro de las áreas de estudio: 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 v2&gt;&gt;</a:t>
            </a:r>
            <a:endParaRPr b="1" sz="2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 v2&gt;&gt;</a:t>
            </a:r>
            <a:endParaRPr b="1" sz="2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Las áreas en las que mostraste mayor afinidad coinciden con el perfil de carreras como: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b="1" sz="2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b="1" sz="22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Estas opciones no solo se alinean con tus habilidades, sino también con aquello que te motiva.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En otras palabras, no se trata solo de lo que podrías hacer bien, sino de lo que realmente despierta tu interés y curiosidad.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7"/>
          <p:cNvSpPr txBox="1"/>
          <p:nvPr/>
        </p:nvSpPr>
        <p:spPr>
          <a:xfrm>
            <a:off x="923400" y="1038875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01&gt;&gt;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0" name="Google Shape;220;p37"/>
          <p:cNvSpPr txBox="1"/>
          <p:nvPr/>
        </p:nvSpPr>
        <p:spPr>
          <a:xfrm>
            <a:off x="923400" y="44402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01&gt;&gt;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1" name="Google Shape;221;p37"/>
          <p:cNvSpPr txBox="1"/>
          <p:nvPr/>
        </p:nvSpPr>
        <p:spPr>
          <a:xfrm>
            <a:off x="7582650" y="44402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01&gt;&gt;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2" name="Google Shape;222;p37"/>
          <p:cNvSpPr txBox="1"/>
          <p:nvPr/>
        </p:nvSpPr>
        <p:spPr>
          <a:xfrm>
            <a:off x="923400" y="2371125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02&gt;&gt;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3" name="Google Shape;223;p37"/>
          <p:cNvSpPr txBox="1"/>
          <p:nvPr/>
        </p:nvSpPr>
        <p:spPr>
          <a:xfrm>
            <a:off x="923400" y="177627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4" name="Google Shape;224;p37"/>
          <p:cNvSpPr txBox="1"/>
          <p:nvPr/>
        </p:nvSpPr>
        <p:spPr>
          <a:xfrm>
            <a:off x="7582650" y="177627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5" name="Google Shape;225;p37"/>
          <p:cNvSpPr txBox="1"/>
          <p:nvPr/>
        </p:nvSpPr>
        <p:spPr>
          <a:xfrm>
            <a:off x="923400" y="37731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03&gt;&gt;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6" name="Google Shape;226;p37"/>
          <p:cNvSpPr txBox="1"/>
          <p:nvPr/>
        </p:nvSpPr>
        <p:spPr>
          <a:xfrm>
            <a:off x="923400" y="31783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7" name="Google Shape;227;p37"/>
          <p:cNvSpPr txBox="1"/>
          <p:nvPr/>
        </p:nvSpPr>
        <p:spPr>
          <a:xfrm>
            <a:off x="7582500" y="31783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8" name="Google Shape;228;p37"/>
          <p:cNvSpPr txBox="1"/>
          <p:nvPr/>
        </p:nvSpPr>
        <p:spPr>
          <a:xfrm>
            <a:off x="923400" y="5288088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04&gt;&gt;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9" name="Google Shape;229;p37"/>
          <p:cNvSpPr txBox="1"/>
          <p:nvPr/>
        </p:nvSpPr>
        <p:spPr>
          <a:xfrm>
            <a:off x="923400" y="46932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0" name="Google Shape;230;p37"/>
          <p:cNvSpPr txBox="1"/>
          <p:nvPr/>
        </p:nvSpPr>
        <p:spPr>
          <a:xfrm>
            <a:off x="7582500" y="469325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1" name="Google Shape;231;p37"/>
          <p:cNvSpPr txBox="1"/>
          <p:nvPr/>
        </p:nvSpPr>
        <p:spPr>
          <a:xfrm>
            <a:off x="923400" y="6859488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05&gt;&gt;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2" name="Google Shape;232;p37"/>
          <p:cNvSpPr txBox="1"/>
          <p:nvPr/>
        </p:nvSpPr>
        <p:spPr>
          <a:xfrm>
            <a:off x="923400" y="62646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3" name="Google Shape;233;p37"/>
          <p:cNvSpPr txBox="1"/>
          <p:nvPr/>
        </p:nvSpPr>
        <p:spPr>
          <a:xfrm>
            <a:off x="7582500" y="626465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4" name="Google Shape;234;p37"/>
          <p:cNvSpPr txBox="1"/>
          <p:nvPr/>
        </p:nvSpPr>
        <p:spPr>
          <a:xfrm>
            <a:off x="923400" y="8459113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06&gt;&gt;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5" name="Google Shape;235;p37"/>
          <p:cNvSpPr txBox="1"/>
          <p:nvPr/>
        </p:nvSpPr>
        <p:spPr>
          <a:xfrm>
            <a:off x="923400" y="786427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6" name="Google Shape;236;p37"/>
          <p:cNvSpPr txBox="1"/>
          <p:nvPr/>
        </p:nvSpPr>
        <p:spPr>
          <a:xfrm>
            <a:off x="7582650" y="786427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7" name="Google Shape;237;p37"/>
          <p:cNvSpPr txBox="1"/>
          <p:nvPr/>
        </p:nvSpPr>
        <p:spPr>
          <a:xfrm>
            <a:off x="923400" y="100587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07&gt;&gt;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8" name="Google Shape;238;p37"/>
          <p:cNvSpPr txBox="1"/>
          <p:nvPr/>
        </p:nvSpPr>
        <p:spPr>
          <a:xfrm>
            <a:off x="923400" y="94639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9" name="Google Shape;239;p37"/>
          <p:cNvSpPr txBox="1"/>
          <p:nvPr/>
        </p:nvSpPr>
        <p:spPr>
          <a:xfrm>
            <a:off x="7582500" y="94639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0" name="Google Shape;240;p37"/>
          <p:cNvSpPr txBox="1"/>
          <p:nvPr/>
        </p:nvSpPr>
        <p:spPr>
          <a:xfrm>
            <a:off x="923400" y="115532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08&gt;&gt;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1" name="Google Shape;241;p37"/>
          <p:cNvSpPr txBox="1"/>
          <p:nvPr/>
        </p:nvSpPr>
        <p:spPr>
          <a:xfrm>
            <a:off x="923400" y="109584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2" name="Google Shape;242;p37"/>
          <p:cNvSpPr txBox="1"/>
          <p:nvPr/>
        </p:nvSpPr>
        <p:spPr>
          <a:xfrm>
            <a:off x="7582500" y="109584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b="1"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8"/>
          <p:cNvSpPr txBox="1"/>
          <p:nvPr/>
        </p:nvSpPr>
        <p:spPr>
          <a:xfrm>
            <a:off x="1490300" y="16909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01&gt;&gt;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8" name="Google Shape;248;p38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Gardener 01&gt;&gt;</a:t>
            </a:r>
            <a:endParaRPr b="1" i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9" name="Google Shape;249;p38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01&gt;&gt;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50" name="Google Shape;250;p38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1" name="Google Shape;251;p38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b="1" i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2" name="Google Shape;252;p38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02&gt;&gt;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9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8" name="Google Shape;258;p39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b="1" i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03&gt;&gt;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b="1" i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2" name="Google Shape;262;p39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04&gt;&gt;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0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8" name="Google Shape;268;p40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b="1" i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9" name="Google Shape;269;p40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05&gt;&gt;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70" name="Google Shape;270;p40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1" name="Google Shape;271;p40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b="1" i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2" name="Google Shape;272;p40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06&gt;&gt;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1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8" name="Google Shape;278;p41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b="1" i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9" name="Google Shape;279;p41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07&gt;&gt;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80" name="Google Shape;280;p41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b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1" name="Google Shape;281;p41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30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b="1" i="1" sz="30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2" name="Google Shape;282;p41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08&gt;&gt;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2"/>
          <p:cNvSpPr txBox="1"/>
          <p:nvPr/>
        </p:nvSpPr>
        <p:spPr>
          <a:xfrm>
            <a:off x="999775" y="2776425"/>
            <a:ext cx="8406600" cy="5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2483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 v2&gt;&gt;</a:t>
            </a:r>
            <a:endParaRPr sz="3483">
              <a:solidFill>
                <a:schemeClr val="dk2"/>
              </a:solidFill>
            </a:endParaRPr>
          </a:p>
        </p:txBody>
      </p:sp>
      <p:sp>
        <p:nvSpPr>
          <p:cNvPr id="288" name="Google Shape;288;p42"/>
          <p:cNvSpPr txBox="1"/>
          <p:nvPr/>
        </p:nvSpPr>
        <p:spPr>
          <a:xfrm>
            <a:off x="966125" y="3434675"/>
            <a:ext cx="8406600" cy="5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83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 v2&gt;&gt;</a:t>
            </a:r>
            <a:endParaRPr sz="3483">
              <a:solidFill>
                <a:schemeClr val="dk2"/>
              </a:solidFill>
            </a:endParaRPr>
          </a:p>
        </p:txBody>
      </p:sp>
      <p:sp>
        <p:nvSpPr>
          <p:cNvPr id="289" name="Google Shape;289;p42"/>
          <p:cNvSpPr txBox="1"/>
          <p:nvPr/>
        </p:nvSpPr>
        <p:spPr>
          <a:xfrm>
            <a:off x="966125" y="5299150"/>
            <a:ext cx="8406600" cy="5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83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sz="3483">
              <a:solidFill>
                <a:schemeClr val="dk2"/>
              </a:solidFill>
            </a:endParaRPr>
          </a:p>
        </p:txBody>
      </p:sp>
      <p:sp>
        <p:nvSpPr>
          <p:cNvPr id="290" name="Google Shape;290;p42"/>
          <p:cNvSpPr txBox="1"/>
          <p:nvPr/>
        </p:nvSpPr>
        <p:spPr>
          <a:xfrm>
            <a:off x="966125" y="6130050"/>
            <a:ext cx="8406600" cy="5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83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sz="3483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4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Gest_Temp 01&gt;&gt;</a:t>
            </a:r>
            <a:endParaRPr sz="241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00" name="Google Shape;300;p44"/>
          <p:cNvSpPr txBox="1"/>
          <p:nvPr/>
        </p:nvSpPr>
        <p:spPr>
          <a:xfrm>
            <a:off x="966125" y="13293225"/>
            <a:ext cx="8406600" cy="4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</a:t>
            </a:r>
            <a:r>
              <a:rPr b="1"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DESC Gest_Temp 02</a:t>
            </a:r>
            <a:r>
              <a:rPr b="1"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&gt;&gt;</a:t>
            </a:r>
            <a:endParaRPr b="1"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5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</a:t>
            </a: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DESC Persev 0</a:t>
            </a: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1&gt;&gt;</a:t>
            </a:r>
            <a:endParaRPr sz="241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06" name="Google Shape;306;p45"/>
          <p:cNvSpPr txBox="1"/>
          <p:nvPr/>
        </p:nvSpPr>
        <p:spPr>
          <a:xfrm>
            <a:off x="966125" y="13293225"/>
            <a:ext cx="8406600" cy="4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</a:t>
            </a:r>
            <a:r>
              <a:rPr b="1"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DESC Persev 0</a:t>
            </a:r>
            <a:r>
              <a:rPr b="1"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2&gt;&gt;</a:t>
            </a:r>
            <a:endParaRPr b="1"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6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</a:t>
            </a: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DESC Hab_est 0</a:t>
            </a: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1&gt;&gt;</a:t>
            </a:r>
            <a:endParaRPr sz="241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12" name="Google Shape;312;p46"/>
          <p:cNvSpPr txBox="1"/>
          <p:nvPr/>
        </p:nvSpPr>
        <p:spPr>
          <a:xfrm>
            <a:off x="966125" y="13293225"/>
            <a:ext cx="8406600" cy="4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</a:t>
            </a:r>
            <a:r>
              <a:rPr b="1"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DESC Hab_est 0</a:t>
            </a:r>
            <a:r>
              <a:rPr b="1"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2&gt;&gt;</a:t>
            </a:r>
            <a:endParaRPr b="1"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7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</a:t>
            </a: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DESC IE 0</a:t>
            </a: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1&gt;&gt;</a:t>
            </a:r>
            <a:endParaRPr sz="241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18" name="Google Shape;318;p47"/>
          <p:cNvSpPr txBox="1"/>
          <p:nvPr/>
        </p:nvSpPr>
        <p:spPr>
          <a:xfrm>
            <a:off x="966125" y="13293225"/>
            <a:ext cx="8406600" cy="40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</a:t>
            </a:r>
            <a:r>
              <a:rPr b="1"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DESC IE 0</a:t>
            </a:r>
            <a:r>
              <a:rPr b="1"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2&gt;&gt;</a:t>
            </a:r>
            <a:endParaRPr b="1"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9"/>
          <p:cNvSpPr txBox="1"/>
          <p:nvPr/>
        </p:nvSpPr>
        <p:spPr>
          <a:xfrm>
            <a:off x="1454150" y="12785750"/>
            <a:ext cx="7232400" cy="41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Verbal&gt;&gt;</a:t>
            </a:r>
            <a:endParaRPr sz="2600">
              <a:solidFill>
                <a:schemeClr val="dk1"/>
              </a:solidFill>
              <a:latin typeface="Archivo Light"/>
              <a:ea typeface="Archivo Light"/>
              <a:cs typeface="Archivo Light"/>
              <a:sym typeface="Archivo Light"/>
            </a:endParaRPr>
          </a:p>
        </p:txBody>
      </p:sp>
      <p:cxnSp>
        <p:nvCxnSpPr>
          <p:cNvPr id="328" name="Google Shape;328;p49"/>
          <p:cNvCxnSpPr/>
          <p:nvPr/>
        </p:nvCxnSpPr>
        <p:spPr>
          <a:xfrm>
            <a:off x="1518125" y="17315325"/>
            <a:ext cx="7173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9" name="Google Shape;329;p49"/>
          <p:cNvSpPr txBox="1"/>
          <p:nvPr/>
        </p:nvSpPr>
        <p:spPr>
          <a:xfrm>
            <a:off x="1460275" y="11802175"/>
            <a:ext cx="7232400" cy="6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&lt;&lt;Nivel Verbal&gt;&gt;</a:t>
            </a:r>
            <a:endParaRPr b="1" sz="30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0"/>
          <p:cNvSpPr txBox="1"/>
          <p:nvPr/>
        </p:nvSpPr>
        <p:spPr>
          <a:xfrm>
            <a:off x="1460263" y="12758350"/>
            <a:ext cx="7232400" cy="41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Abstracto&gt;&gt;</a:t>
            </a:r>
            <a:endParaRPr sz="2600">
              <a:solidFill>
                <a:schemeClr val="dk1"/>
              </a:solidFill>
              <a:latin typeface="Archivo Light"/>
              <a:ea typeface="Archivo Light"/>
              <a:cs typeface="Archivo Light"/>
              <a:sym typeface="Archivo Light"/>
            </a:endParaRPr>
          </a:p>
        </p:txBody>
      </p:sp>
      <p:cxnSp>
        <p:nvCxnSpPr>
          <p:cNvPr id="335" name="Google Shape;335;p50"/>
          <p:cNvCxnSpPr/>
          <p:nvPr/>
        </p:nvCxnSpPr>
        <p:spPr>
          <a:xfrm>
            <a:off x="1524238" y="17287925"/>
            <a:ext cx="7173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36" name="Google Shape;336;p50"/>
          <p:cNvSpPr txBox="1"/>
          <p:nvPr/>
        </p:nvSpPr>
        <p:spPr>
          <a:xfrm>
            <a:off x="1454150" y="4352650"/>
            <a:ext cx="7232400" cy="41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Numérico&gt;&gt;</a:t>
            </a:r>
            <a:endParaRPr sz="2600">
              <a:solidFill>
                <a:schemeClr val="dk1"/>
              </a:solidFill>
              <a:latin typeface="Archivo Light"/>
              <a:ea typeface="Archivo Light"/>
              <a:cs typeface="Archivo Light"/>
              <a:sym typeface="Archivo Light"/>
            </a:endParaRPr>
          </a:p>
        </p:txBody>
      </p:sp>
      <p:cxnSp>
        <p:nvCxnSpPr>
          <p:cNvPr id="337" name="Google Shape;337;p50"/>
          <p:cNvCxnSpPr/>
          <p:nvPr/>
        </p:nvCxnSpPr>
        <p:spPr>
          <a:xfrm>
            <a:off x="1518125" y="8882225"/>
            <a:ext cx="71736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38" name="Google Shape;338;p50"/>
          <p:cNvSpPr txBox="1"/>
          <p:nvPr/>
        </p:nvSpPr>
        <p:spPr>
          <a:xfrm>
            <a:off x="1460275" y="3369075"/>
            <a:ext cx="7232400" cy="6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&lt;&lt;Nivel Numérico&gt;&gt;</a:t>
            </a:r>
            <a:endParaRPr b="1" sz="30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339" name="Google Shape;339;p50"/>
          <p:cNvSpPr txBox="1"/>
          <p:nvPr/>
        </p:nvSpPr>
        <p:spPr>
          <a:xfrm>
            <a:off x="1460275" y="11774775"/>
            <a:ext cx="7232400" cy="6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&lt;&lt;Nivel Abstracto&gt;&gt;</a:t>
            </a:r>
            <a:endParaRPr b="1" sz="30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51"/>
          <p:cNvSpPr txBox="1"/>
          <p:nvPr/>
        </p:nvSpPr>
        <p:spPr>
          <a:xfrm>
            <a:off x="852657" y="1832150"/>
            <a:ext cx="8357400" cy="5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i="1" lang="en" sz="261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&lt;&lt;Balance cognitivas&gt;&gt;</a:t>
            </a:r>
            <a:endParaRPr i="1" sz="261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t/>
            </a:r>
            <a:endParaRPr i="1" sz="261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345" name="Google Shape;345;p51"/>
          <p:cNvSpPr txBox="1"/>
          <p:nvPr/>
        </p:nvSpPr>
        <p:spPr>
          <a:xfrm>
            <a:off x="852657" y="3025950"/>
            <a:ext cx="8357400" cy="63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" sz="241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Balance&gt;&gt;</a:t>
            </a:r>
            <a:endParaRPr sz="241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t/>
            </a:r>
            <a:endParaRPr sz="241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4"/>
          <p:cNvSpPr txBox="1"/>
          <p:nvPr/>
        </p:nvSpPr>
        <p:spPr>
          <a:xfrm>
            <a:off x="3205050" y="11913525"/>
            <a:ext cx="3876900" cy="7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>
                <a:solidFill>
                  <a:schemeClr val="dk2"/>
                </a:solidFill>
              </a:rPr>
              <a:t>&lt;&lt;FEEDBACK&gt;&gt;</a:t>
            </a:r>
            <a:endParaRPr sz="3483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