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10287000" cy="18288000"/>
  <p:notesSz cx="6858000" cy="9144000"/>
  <p:embeddedFontLst>
    <p:embeddedFont>
      <p:font typeface="Archivo" panose="020B0604020202020204" charset="0"/>
      <p:regular r:id="rId45"/>
      <p:bold r:id="rId46"/>
      <p:italic r:id="rId47"/>
      <p:boldItalic r:id="rId48"/>
    </p:embeddedFont>
    <p:embeddedFont>
      <p:font typeface="Archivo Light" panose="020B0604020202020204" charset="0"/>
      <p:regular r:id="rId49"/>
      <p:bold r:id="rId50"/>
      <p:italic r:id="rId51"/>
      <p:boldItalic r:id="rId52"/>
    </p:embeddedFont>
    <p:embeddedFont>
      <p:font typeface="Public Sans" panose="020B0604020202020204" charset="0"/>
      <p:regular r:id="rId53"/>
      <p:bold r:id="rId54"/>
      <p:italic r:id="rId55"/>
      <p:boldItalic r:id="rId56"/>
    </p:embeddedFont>
    <p:embeddedFont>
      <p:font typeface="Public Sans Light" panose="020B0604020202020204" charset="0"/>
      <p:regular r:id="rId57"/>
      <p:bold r:id="rId58"/>
      <p:italic r:id="rId59"/>
      <p:boldItalic r:id="rId6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609">
          <p15:clr>
            <a:srgbClr val="747775"/>
          </p15:clr>
        </p15:guide>
        <p15:guide id="2" pos="5904">
          <p15:clr>
            <a:srgbClr val="747775"/>
          </p15:clr>
        </p15:guide>
        <p15:guide id="3" orient="horz" pos="25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671CBF-9D2F-4EE0-B51A-F32980B91AFD}" v="2" dt="2026-03-02T18:32:38.5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86" y="-5030"/>
      </p:cViewPr>
      <p:guideLst>
        <p:guide pos="609"/>
        <p:guide pos="5904"/>
        <p:guide orient="horz" pos="25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3.fntdata"/><Relationship Id="rId50" Type="http://schemas.openxmlformats.org/officeDocument/2006/relationships/font" Target="fonts/font6.fntdata"/><Relationship Id="rId55" Type="http://schemas.openxmlformats.org/officeDocument/2006/relationships/font" Target="fonts/font11.fntdata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1.fntdata"/><Relationship Id="rId53" Type="http://schemas.openxmlformats.org/officeDocument/2006/relationships/font" Target="fonts/font9.fntdata"/><Relationship Id="rId58" Type="http://schemas.openxmlformats.org/officeDocument/2006/relationships/font" Target="fonts/font14.fntdata"/><Relationship Id="rId66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4.fntdata"/><Relationship Id="rId56" Type="http://schemas.openxmlformats.org/officeDocument/2006/relationships/font" Target="fonts/font12.fntdata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font" Target="fonts/font7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2.fntdata"/><Relationship Id="rId59" Type="http://schemas.openxmlformats.org/officeDocument/2006/relationships/font" Target="fonts/font15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10.fntdata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5.fntdata"/><Relationship Id="rId57" Type="http://schemas.openxmlformats.org/officeDocument/2006/relationships/font" Target="fonts/font13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52" Type="http://schemas.openxmlformats.org/officeDocument/2006/relationships/font" Target="fonts/font8.fntdata"/><Relationship Id="rId60" Type="http://schemas.openxmlformats.org/officeDocument/2006/relationships/font" Target="fonts/font16.fntdata"/><Relationship Id="rId65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i vila bach" userId="140d79d91c36b714" providerId="LiveId" clId="{681BBBA0-CB6B-4408-8383-25A2ECA50787}"/>
    <pc:docChg chg="custSel modSld">
      <pc:chgData name="juani vila bach" userId="140d79d91c36b714" providerId="LiveId" clId="{681BBBA0-CB6B-4408-8383-25A2ECA50787}" dt="2026-03-02T22:42:58.326" v="117" actId="115"/>
      <pc:docMkLst>
        <pc:docMk/>
      </pc:docMkLst>
      <pc:sldChg chg="modSp mod">
        <pc:chgData name="juani vila bach" userId="140d79d91c36b714" providerId="LiveId" clId="{681BBBA0-CB6B-4408-8383-25A2ECA50787}" dt="2026-03-02T19:07:30.568" v="111" actId="20577"/>
        <pc:sldMkLst>
          <pc:docMk/>
          <pc:sldMk cId="0" sldId="281"/>
        </pc:sldMkLst>
        <pc:spChg chg="mod">
          <ac:chgData name="juani vila bach" userId="140d79d91c36b714" providerId="LiveId" clId="{681BBBA0-CB6B-4408-8383-25A2ECA50787}" dt="2026-03-02T19:07:30.568" v="111" actId="20577"/>
          <ac:spMkLst>
            <pc:docMk/>
            <pc:sldMk cId="0" sldId="281"/>
            <ac:spMk id="248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3-02T18:31:10.080" v="48" actId="27636"/>
        <pc:sldMkLst>
          <pc:docMk/>
          <pc:sldMk cId="0" sldId="292"/>
        </pc:sldMkLst>
        <pc:spChg chg="mod">
          <ac:chgData name="juani vila bach" userId="140d79d91c36b714" providerId="LiveId" clId="{681BBBA0-CB6B-4408-8383-25A2ECA50787}" dt="2026-03-02T18:31:10.080" v="48" actId="27636"/>
          <ac:spMkLst>
            <pc:docMk/>
            <pc:sldMk cId="0" sldId="292"/>
            <ac:spMk id="329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3-02T18:31:10.099" v="50" actId="27636"/>
        <pc:sldMkLst>
          <pc:docMk/>
          <pc:sldMk cId="0" sldId="293"/>
        </pc:sldMkLst>
        <pc:spChg chg="mod">
          <ac:chgData name="juani vila bach" userId="140d79d91c36b714" providerId="LiveId" clId="{681BBBA0-CB6B-4408-8383-25A2ECA50787}" dt="2026-03-02T18:31:10.099" v="50" actId="27636"/>
          <ac:spMkLst>
            <pc:docMk/>
            <pc:sldMk cId="0" sldId="293"/>
            <ac:spMk id="338" creationId="{00000000-0000-0000-0000-000000000000}"/>
          </ac:spMkLst>
        </pc:spChg>
        <pc:spChg chg="mod">
          <ac:chgData name="juani vila bach" userId="140d79d91c36b714" providerId="LiveId" clId="{681BBBA0-CB6B-4408-8383-25A2ECA50787}" dt="2026-03-02T18:31:10.099" v="49" actId="27636"/>
          <ac:spMkLst>
            <pc:docMk/>
            <pc:sldMk cId="0" sldId="293"/>
            <ac:spMk id="339" creationId="{00000000-0000-0000-0000-000000000000}"/>
          </ac:spMkLst>
        </pc:spChg>
      </pc:sldChg>
      <pc:sldChg chg="modSp mod">
        <pc:chgData name="juani vila bach" userId="140d79d91c36b714" providerId="LiveId" clId="{681BBBA0-CB6B-4408-8383-25A2ECA50787}" dt="2026-03-02T22:42:58.326" v="117" actId="115"/>
        <pc:sldMkLst>
          <pc:docMk/>
          <pc:sldMk cId="0" sldId="297"/>
        </pc:sldMkLst>
        <pc:spChg chg="mod">
          <ac:chgData name="juani vila bach" userId="140d79d91c36b714" providerId="LiveId" clId="{681BBBA0-CB6B-4408-8383-25A2ECA50787}" dt="2026-03-02T22:42:58.326" v="117" actId="115"/>
          <ac:spMkLst>
            <pc:docMk/>
            <pc:sldMk cId="0" sldId="297"/>
            <ac:spMk id="35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76936d1ea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76936d1ea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76936d1eaf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76936d1eaf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76936d1eaf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76936d1eaf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6936d1ea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6936d1ea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6936d1ea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6936d1ea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76936d1eaf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76936d1eaf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64e706d103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64e706d103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64e706d103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64e706d103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64e706d10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64e706d10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76936d1eaf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76936d1eaf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76936d1ea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76936d1ea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76936d1eaf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76936d1eaf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76936d1eaf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76936d1eaf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76936d1ea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76936d1ea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76936d1eaf_0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76936d1eaf_0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76936d1e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76936d1e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76936d1eaf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76936d1eaf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6936d1eaf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6936d1eaf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76936d1eaf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76936d1eaf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76936d1eaf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76936d1eaf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76936d1eaf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76936d1eaf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76936d1ea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76936d1ea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76936d1eaf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76936d1eaf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76936d1eaf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376936d1eaf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76936d1ea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76936d1ea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76936d1eaf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76936d1eaf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6936d1eaf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6936d1eaf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376936d1ea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376936d1ea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794dfc6a05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794dfc6a05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794dfc6a05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794dfc6a05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794dfc6a05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794dfc6a05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3794dfc6a05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3794dfc6a05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3794dfc6a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3794dfc6a0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794dfc6a05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794dfc6a05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794dfc6a05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794dfc6a05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76936d1eaf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5" name="Google Shape;325;g376936d1eaf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76936d1ea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376936d1ea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376936d1eaf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376936d1eaf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6936d1eaf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6936d1eaf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76936d1ea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76936d1ea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3c612a8d09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6" name="Google Shape;356;g3c612a8d09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1pPr>
            <a:lvl2pPr lvl="1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2pPr>
            <a:lvl3pPr lvl="2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3pPr>
            <a:lvl4pPr lvl="3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4pPr>
            <a:lvl5pPr lvl="4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5pPr>
            <a:lvl6pPr lvl="5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6pPr>
            <a:lvl7pPr lvl="6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7pPr>
            <a:lvl8pPr lvl="7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8pPr>
            <a:lvl9pPr lvl="8" algn="ctr">
              <a:spcBef>
                <a:spcPts val="0"/>
              </a:spcBef>
              <a:spcAft>
                <a:spcPts val="0"/>
              </a:spcAft>
              <a:buSzPts val="10063"/>
              <a:buNone/>
              <a:defRPr sz="10062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1pPr>
            <a:lvl2pPr lvl="1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2pPr>
            <a:lvl3pPr lvl="2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3pPr>
            <a:lvl4pPr lvl="3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4pPr>
            <a:lvl5pPr lvl="4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5pPr>
            <a:lvl6pPr lvl="5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6pPr>
            <a:lvl7pPr lvl="6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7pPr>
            <a:lvl8pPr lvl="7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8pPr>
            <a:lvl9pPr lvl="8" algn="ctr">
              <a:spcBef>
                <a:spcPts val="0"/>
              </a:spcBef>
              <a:spcAft>
                <a:spcPts val="0"/>
              </a:spcAft>
              <a:buSzPts val="6967"/>
              <a:buNone/>
              <a:defRPr sz="6966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1pPr>
            <a:lvl2pPr lvl="1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2pPr>
            <a:lvl3pPr lvl="2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3pPr>
            <a:lvl4pPr lvl="3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4pPr>
            <a:lvl5pPr lvl="4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5pPr>
            <a:lvl6pPr lvl="5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6pPr>
            <a:lvl7pPr lvl="6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7pPr>
            <a:lvl8pPr lvl="7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8pPr>
            <a:lvl9pPr lvl="8">
              <a:spcBef>
                <a:spcPts val="0"/>
              </a:spcBef>
              <a:spcAft>
                <a:spcPts val="0"/>
              </a:spcAft>
              <a:buSzPts val="5419"/>
              <a:buNone/>
              <a:defRPr sz="5418"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1pPr>
            <a:lvl2pPr lvl="1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2pPr>
            <a:lvl3pPr lvl="2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3pPr>
            <a:lvl4pPr lvl="3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4pPr>
            <a:lvl5pPr lvl="4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5pPr>
            <a:lvl6pPr lvl="5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6pPr>
            <a:lvl7pPr lvl="6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7pPr>
            <a:lvl8pPr lvl="7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8pPr>
            <a:lvl9pPr lvl="8">
              <a:spcBef>
                <a:spcPts val="0"/>
              </a:spcBef>
              <a:spcAft>
                <a:spcPts val="0"/>
              </a:spcAft>
              <a:buSzPts val="4644"/>
              <a:buNone/>
              <a:defRPr sz="4644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1pPr>
            <a:lvl2pPr marL="914400" lvl="1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2pPr>
            <a:lvl3pPr marL="1371600" lvl="2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3pPr>
            <a:lvl4pPr marL="1828800" lvl="3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4pPr>
            <a:lvl5pPr marL="2286000" lvl="4" indent="-376060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5pPr>
            <a:lvl6pPr marL="2743200" lvl="5" indent="-376060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6pPr>
            <a:lvl7pPr marL="3200400" lvl="6" indent="-376060">
              <a:spcBef>
                <a:spcPts val="0"/>
              </a:spcBef>
              <a:spcAft>
                <a:spcPts val="0"/>
              </a:spcAft>
              <a:buSzPts val="2322"/>
              <a:buChar char="●"/>
              <a:defRPr sz="2322"/>
            </a:lvl7pPr>
            <a:lvl8pPr marL="3657600" lvl="7" indent="-376061">
              <a:spcBef>
                <a:spcPts val="0"/>
              </a:spcBef>
              <a:spcAft>
                <a:spcPts val="0"/>
              </a:spcAft>
              <a:buSzPts val="2322"/>
              <a:buChar char="○"/>
              <a:defRPr sz="2322"/>
            </a:lvl8pPr>
            <a:lvl9pPr marL="4114800" lvl="8" indent="-376061">
              <a:spcBef>
                <a:spcPts val="0"/>
              </a:spcBef>
              <a:spcAft>
                <a:spcPts val="0"/>
              </a:spcAft>
              <a:buSzPts val="2322"/>
              <a:buChar char="■"/>
              <a:defRPr sz="2322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1pPr>
            <a:lvl2pPr lvl="1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2pPr>
            <a:lvl3pPr lvl="2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3pPr>
            <a:lvl4pPr lvl="3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4pPr>
            <a:lvl5pPr lvl="4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5pPr>
            <a:lvl6pPr lvl="5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6pPr>
            <a:lvl7pPr lvl="6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7pPr>
            <a:lvl8pPr lvl="7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8pPr>
            <a:lvl9pPr lvl="8">
              <a:spcBef>
                <a:spcPts val="0"/>
              </a:spcBef>
              <a:spcAft>
                <a:spcPts val="0"/>
              </a:spcAft>
              <a:buSzPts val="9289"/>
              <a:buNone/>
              <a:defRPr sz="9288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1pPr>
            <a:lvl2pPr lvl="1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2pPr>
            <a:lvl3pPr lvl="2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3pPr>
            <a:lvl4pPr lvl="3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4pPr>
            <a:lvl5pPr lvl="4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5pPr>
            <a:lvl6pPr lvl="5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6pPr>
            <a:lvl7pPr lvl="6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7pPr>
            <a:lvl8pPr lvl="7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8pPr>
            <a:lvl9pPr lvl="8" algn="ctr">
              <a:spcBef>
                <a:spcPts val="0"/>
              </a:spcBef>
              <a:spcAft>
                <a:spcPts val="0"/>
              </a:spcAft>
              <a:buSzPts val="8128"/>
              <a:buNone/>
              <a:defRPr sz="8127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064"/>
              <a:buNone/>
              <a:defRPr sz="4063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49791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483"/>
              <a:buNone/>
              <a:defRPr sz="3483"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1pPr>
            <a:lvl2pPr lvl="1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2pPr>
            <a:lvl3pPr lvl="2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3pPr>
            <a:lvl4pPr lvl="3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4pPr>
            <a:lvl5pPr lvl="4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5pPr>
            <a:lvl6pPr lvl="5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6pPr>
            <a:lvl7pPr lvl="6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7pPr>
            <a:lvl8pPr lvl="7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8pPr>
            <a:lvl9pPr lvl="8" algn="ctr">
              <a:spcBef>
                <a:spcPts val="0"/>
              </a:spcBef>
              <a:spcAft>
                <a:spcPts val="0"/>
              </a:spcAft>
              <a:buSzPts val="23222"/>
              <a:buNone/>
              <a:defRPr sz="23222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 algn="ctr">
              <a:spcBef>
                <a:spcPts val="0"/>
              </a:spcBef>
              <a:spcAft>
                <a:spcPts val="0"/>
              </a:spcAft>
              <a:buSzPts val="3483"/>
              <a:buChar char="●"/>
              <a:defRPr sz="3483"/>
            </a:lvl1pPr>
            <a:lvl2pPr marL="914400" lvl="1" indent="-400638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2pPr>
            <a:lvl3pPr marL="1371600" lvl="2" indent="-400638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3pPr>
            <a:lvl4pPr marL="1828800" lvl="3" indent="-400638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4pPr>
            <a:lvl5pPr marL="2286000" lvl="4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5pPr>
            <a:lvl6pPr marL="2743200" lvl="5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6pPr>
            <a:lvl7pPr marL="3200400" lvl="6" indent="-400637" algn="ctr">
              <a:spcBef>
                <a:spcPts val="0"/>
              </a:spcBef>
              <a:spcAft>
                <a:spcPts val="0"/>
              </a:spcAft>
              <a:buSzPts val="2709"/>
              <a:buChar char="●"/>
              <a:defRPr sz="2709"/>
            </a:lvl7pPr>
            <a:lvl8pPr marL="3657600" lvl="7" indent="-400637" algn="ctr">
              <a:spcBef>
                <a:spcPts val="0"/>
              </a:spcBef>
              <a:spcAft>
                <a:spcPts val="0"/>
              </a:spcAft>
              <a:buSzPts val="2709"/>
              <a:buChar char="○"/>
              <a:defRPr sz="2709"/>
            </a:lvl8pPr>
            <a:lvl9pPr marL="4114800" lvl="8" indent="-400637" algn="ctr">
              <a:spcBef>
                <a:spcPts val="0"/>
              </a:spcBef>
              <a:spcAft>
                <a:spcPts val="0"/>
              </a:spcAft>
              <a:buSzPts val="2709"/>
              <a:buChar char="■"/>
              <a:defRPr sz="2709"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 sz="1935"/>
            </a:lvl1pPr>
            <a:lvl2pPr lvl="1">
              <a:buNone/>
              <a:defRPr sz="1935"/>
            </a:lvl2pPr>
            <a:lvl3pPr lvl="2">
              <a:buNone/>
              <a:defRPr sz="1935"/>
            </a:lvl3pPr>
            <a:lvl4pPr lvl="3">
              <a:buNone/>
              <a:defRPr sz="1935"/>
            </a:lvl4pPr>
            <a:lvl5pPr lvl="4">
              <a:buNone/>
              <a:defRPr sz="1935"/>
            </a:lvl5pPr>
            <a:lvl6pPr lvl="5">
              <a:buNone/>
              <a:defRPr sz="1935"/>
            </a:lvl6pPr>
            <a:lvl7pPr lvl="6">
              <a:buNone/>
              <a:defRPr sz="1935"/>
            </a:lvl7pPr>
            <a:lvl8pPr lvl="7">
              <a:buNone/>
              <a:defRPr sz="1935"/>
            </a:lvl8pPr>
            <a:lvl9pPr lvl="8">
              <a:buNone/>
              <a:defRPr sz="1935"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19"/>
              <a:buNone/>
              <a:defRPr sz="5418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4979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483"/>
              <a:buChar char="●"/>
              <a:defRPr sz="3483">
                <a:solidFill>
                  <a:schemeClr val="dk2"/>
                </a:solidFill>
              </a:defRPr>
            </a:lvl1pPr>
            <a:lvl2pPr marL="914400" lvl="1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2pPr>
            <a:lvl3pPr marL="1371600" lvl="2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3pPr>
            <a:lvl4pPr marL="1828800" lvl="3" indent="-40063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4pPr>
            <a:lvl5pPr marL="2286000" lvl="4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5pPr>
            <a:lvl6pPr marL="2743200" lvl="5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6pPr>
            <a:lvl7pPr marL="3200400" lvl="6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●"/>
              <a:defRPr sz="2709">
                <a:solidFill>
                  <a:schemeClr val="dk2"/>
                </a:solidFill>
              </a:defRPr>
            </a:lvl7pPr>
            <a:lvl8pPr marL="3657600" lvl="7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○"/>
              <a:defRPr sz="2709">
                <a:solidFill>
                  <a:schemeClr val="dk2"/>
                </a:solidFill>
              </a:defRPr>
            </a:lvl8pPr>
            <a:lvl9pPr marL="4114800" lvl="8" indent="-40063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9"/>
              <a:buChar char="■"/>
              <a:defRPr sz="2709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35">
                <a:solidFill>
                  <a:schemeClr val="dk2"/>
                </a:solidFill>
              </a:defRPr>
            </a:lvl1pPr>
            <a:lvl2pPr lvl="1" algn="r">
              <a:buNone/>
              <a:defRPr sz="1935">
                <a:solidFill>
                  <a:schemeClr val="dk2"/>
                </a:solidFill>
              </a:defRPr>
            </a:lvl2pPr>
            <a:lvl3pPr lvl="2" algn="r">
              <a:buNone/>
              <a:defRPr sz="1935">
                <a:solidFill>
                  <a:schemeClr val="dk2"/>
                </a:solidFill>
              </a:defRPr>
            </a:lvl3pPr>
            <a:lvl4pPr lvl="3" algn="r">
              <a:buNone/>
              <a:defRPr sz="1935">
                <a:solidFill>
                  <a:schemeClr val="dk2"/>
                </a:solidFill>
              </a:defRPr>
            </a:lvl4pPr>
            <a:lvl5pPr lvl="4" algn="r">
              <a:buNone/>
              <a:defRPr sz="1935">
                <a:solidFill>
                  <a:schemeClr val="dk2"/>
                </a:solidFill>
              </a:defRPr>
            </a:lvl5pPr>
            <a:lvl6pPr lvl="5" algn="r">
              <a:buNone/>
              <a:defRPr sz="1935">
                <a:solidFill>
                  <a:schemeClr val="dk2"/>
                </a:solidFill>
              </a:defRPr>
            </a:lvl6pPr>
            <a:lvl7pPr lvl="6" algn="r">
              <a:buNone/>
              <a:defRPr sz="1935">
                <a:solidFill>
                  <a:schemeClr val="dk2"/>
                </a:solidFill>
              </a:defRPr>
            </a:lvl7pPr>
            <a:lvl8pPr lvl="7" algn="r">
              <a:buNone/>
              <a:defRPr sz="1935">
                <a:solidFill>
                  <a:schemeClr val="dk2"/>
                </a:solidFill>
              </a:defRPr>
            </a:lvl8pPr>
            <a:lvl9pPr lvl="8" algn="r">
              <a:buNone/>
              <a:defRPr sz="1935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eroeducacion.typeform.com/feedback-pv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58825" y="4061600"/>
            <a:ext cx="7224000" cy="98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&lt;&lt;Nombre y Apellido&gt;&gt;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/>
        </p:nvSpPr>
        <p:spPr>
          <a:xfrm>
            <a:off x="1537374" y="56358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01&gt;&gt;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8" name="Google Shape;68;p16"/>
          <p:cNvSpPr txBox="1"/>
          <p:nvPr/>
        </p:nvSpPr>
        <p:spPr>
          <a:xfrm>
            <a:off x="1537363" y="51172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69" name="Google Shape;69;p16"/>
          <p:cNvSpPr txBox="1"/>
          <p:nvPr/>
        </p:nvSpPr>
        <p:spPr>
          <a:xfrm>
            <a:off x="7664530" y="51172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01&gt;&gt;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1537374" y="68113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02&gt;&gt;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1537363" y="62926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7664530" y="62926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02&gt;&gt;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1537374" y="79867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03&gt;&gt;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1537363" y="74681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5" name="Google Shape;75;p16"/>
          <p:cNvSpPr txBox="1"/>
          <p:nvPr/>
        </p:nvSpPr>
        <p:spPr>
          <a:xfrm>
            <a:off x="7664530" y="74681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03&gt;&gt;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6" name="Google Shape;76;p16"/>
          <p:cNvSpPr txBox="1"/>
          <p:nvPr/>
        </p:nvSpPr>
        <p:spPr>
          <a:xfrm>
            <a:off x="1537374" y="91622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04&gt;&gt;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7" name="Google Shape;77;p16"/>
          <p:cNvSpPr txBox="1"/>
          <p:nvPr/>
        </p:nvSpPr>
        <p:spPr>
          <a:xfrm>
            <a:off x="1537363" y="86435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7664530" y="86435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04&gt;&gt;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79" name="Google Shape;79;p16"/>
          <p:cNvSpPr txBox="1"/>
          <p:nvPr/>
        </p:nvSpPr>
        <p:spPr>
          <a:xfrm>
            <a:off x="1537374" y="103376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05&gt;&gt;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1537363" y="98190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7664530" y="98190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05&gt;&gt;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537374" y="115131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06&gt;&gt;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3" name="Google Shape;83;p16"/>
          <p:cNvSpPr txBox="1"/>
          <p:nvPr/>
        </p:nvSpPr>
        <p:spPr>
          <a:xfrm>
            <a:off x="1537363" y="109944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4" name="Google Shape;84;p16"/>
          <p:cNvSpPr txBox="1"/>
          <p:nvPr/>
        </p:nvSpPr>
        <p:spPr>
          <a:xfrm>
            <a:off x="7664530" y="109944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06&gt;&gt;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5" name="Google Shape;85;p16"/>
          <p:cNvSpPr txBox="1"/>
          <p:nvPr/>
        </p:nvSpPr>
        <p:spPr>
          <a:xfrm>
            <a:off x="1537374" y="1268855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07&gt;&gt;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6" name="Google Shape;86;p16"/>
          <p:cNvSpPr txBox="1"/>
          <p:nvPr/>
        </p:nvSpPr>
        <p:spPr>
          <a:xfrm>
            <a:off x="1537363" y="1216990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07&gt;&gt;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7664530" y="1216990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07&gt;&gt;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1537374" y="13864000"/>
            <a:ext cx="70692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AE 08&gt;&gt;</a:t>
            </a:r>
            <a:endParaRPr sz="19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89" name="Google Shape;89;p16"/>
          <p:cNvSpPr txBox="1"/>
          <p:nvPr/>
        </p:nvSpPr>
        <p:spPr>
          <a:xfrm>
            <a:off x="1537363" y="13345350"/>
            <a:ext cx="50838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08&gt;&gt;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7664530" y="13345350"/>
            <a:ext cx="16185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AE 08&gt;&gt;</a:t>
            </a:r>
            <a:endParaRPr sz="19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/>
          <p:nvPr/>
        </p:nvSpPr>
        <p:spPr>
          <a:xfrm>
            <a:off x="1215250" y="357460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6" name="Google Shape;96;p17"/>
          <p:cNvSpPr txBox="1"/>
          <p:nvPr/>
        </p:nvSpPr>
        <p:spPr>
          <a:xfrm>
            <a:off x="1215250" y="5955850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7" name="Google Shape;97;p17"/>
          <p:cNvSpPr txBox="1"/>
          <p:nvPr/>
        </p:nvSpPr>
        <p:spPr>
          <a:xfrm>
            <a:off x="1089350" y="10899000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8" name="Google Shape;98;p17"/>
          <p:cNvSpPr txBox="1"/>
          <p:nvPr/>
        </p:nvSpPr>
        <p:spPr>
          <a:xfrm>
            <a:off x="1089350" y="13263825"/>
            <a:ext cx="7910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4346900" y="4872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0" name="Google Shape;100;p17"/>
          <p:cNvSpPr txBox="1"/>
          <p:nvPr/>
        </p:nvSpPr>
        <p:spPr>
          <a:xfrm>
            <a:off x="4346900" y="723582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346900" y="12188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346900" y="14551075"/>
            <a:ext cx="46527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18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2" name="Google Shape;112;p19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3" name="Google Shape;113;p19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14" name="Google Shape;114;p19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01&gt;&gt;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/>
          <p:nvPr/>
        </p:nvSpPr>
        <p:spPr>
          <a:xfrm>
            <a:off x="966125" y="1188625"/>
            <a:ext cx="83304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0" name="Google Shape;120;p20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2" name="Google Shape;122;p20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02&gt;&gt;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1"/>
          <p:cNvSpPr txBox="1"/>
          <p:nvPr/>
        </p:nvSpPr>
        <p:spPr>
          <a:xfrm>
            <a:off x="1251450" y="1188625"/>
            <a:ext cx="77841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8" name="Google Shape;128;p21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29" name="Google Shape;129;p21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03&gt;&gt;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0" name="Google Shape;130;p21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03&gt;&gt;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2"/>
          <p:cNvSpPr txBox="1"/>
          <p:nvPr/>
        </p:nvSpPr>
        <p:spPr>
          <a:xfrm>
            <a:off x="1251450" y="1188625"/>
            <a:ext cx="7784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3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6" name="Google Shape;136;p22"/>
          <p:cNvSpPr txBox="1"/>
          <p:nvPr/>
        </p:nvSpPr>
        <p:spPr>
          <a:xfrm>
            <a:off x="4412925" y="2867950"/>
            <a:ext cx="46227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04&gt;&gt;</a:t>
            </a:r>
            <a:endParaRPr sz="2000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7" name="Google Shape;137;p22"/>
          <p:cNvSpPr txBox="1"/>
          <p:nvPr/>
        </p:nvSpPr>
        <p:spPr>
          <a:xfrm>
            <a:off x="900250" y="4788150"/>
            <a:ext cx="8330400" cy="54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01 Carrera 04&gt;&gt;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38" name="Google Shape;138;p22"/>
          <p:cNvSpPr txBox="1"/>
          <p:nvPr/>
        </p:nvSpPr>
        <p:spPr>
          <a:xfrm>
            <a:off x="1253625" y="12763000"/>
            <a:ext cx="7784100" cy="40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02 Carrera 04&gt;&gt;</a:t>
            </a:r>
            <a:endParaRPr sz="25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/>
        </p:nvSpPr>
        <p:spPr>
          <a:xfrm>
            <a:off x="853200" y="5058350"/>
            <a:ext cx="8428200" cy="1047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Estilo&gt;&gt;</a:t>
            </a:r>
            <a:endParaRPr sz="2500">
              <a:solidFill>
                <a:schemeClr val="dk2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5"/>
          <p:cNvSpPr txBox="1"/>
          <p:nvPr/>
        </p:nvSpPr>
        <p:spPr>
          <a:xfrm>
            <a:off x="966125" y="10821875"/>
            <a:ext cx="8406600" cy="52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483">
                <a:solidFill>
                  <a:schemeClr val="dk1"/>
                </a:solidFill>
              </a:rPr>
              <a:t>&lt;&lt;URL GRAFICO HOLLAND&gt;&gt;</a:t>
            </a:r>
            <a:endParaRPr sz="3483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01&gt;&gt;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58" name="Google Shape;158;p26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01&gt;&gt;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7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02&gt;&gt;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64" name="Google Shape;164;p27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02&gt;&gt;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8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03&gt;&gt;</a:t>
            </a:r>
            <a:endParaRPr sz="4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0" name="Google Shape;170;p28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Holland 03&gt;&gt;</a:t>
            </a:r>
            <a:endParaRPr sz="27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9"/>
          <p:cNvSpPr txBox="1"/>
          <p:nvPr/>
        </p:nvSpPr>
        <p:spPr>
          <a:xfrm>
            <a:off x="1627575" y="280045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04&gt;&gt;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6" name="Google Shape;176;p29"/>
          <p:cNvSpPr txBox="1"/>
          <p:nvPr/>
        </p:nvSpPr>
        <p:spPr>
          <a:xfrm>
            <a:off x="1627575" y="36815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05&gt;&gt;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1627575" y="4634000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&lt;&lt;Holland 06&gt;&gt;</a:t>
            </a:r>
            <a:endParaRPr sz="28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0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04&gt;&gt;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3" name="Google Shape;183;p30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04&gt;&gt;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1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05&gt;&gt;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89" name="Google Shape;189;p31"/>
          <p:cNvSpPr txBox="1"/>
          <p:nvPr/>
        </p:nvSpPr>
        <p:spPr>
          <a:xfrm>
            <a:off x="1490300" y="4000500"/>
            <a:ext cx="7145700" cy="117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05&gt;&gt;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2"/>
          <p:cNvSpPr txBox="1"/>
          <p:nvPr/>
        </p:nvSpPr>
        <p:spPr>
          <a:xfrm>
            <a:off x="1490300" y="1614725"/>
            <a:ext cx="52875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&lt;&lt;Holland 06&gt;&gt;</a:t>
            </a:r>
            <a:endParaRPr sz="42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95" name="Google Shape;195;p32"/>
          <p:cNvSpPr txBox="1"/>
          <p:nvPr/>
        </p:nvSpPr>
        <p:spPr>
          <a:xfrm>
            <a:off x="1490300" y="4000500"/>
            <a:ext cx="7145700" cy="117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Holland 06&gt;&gt;</a:t>
            </a:r>
            <a:endParaRPr sz="270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4"/>
          <p:cNvSpPr txBox="1"/>
          <p:nvPr/>
        </p:nvSpPr>
        <p:spPr>
          <a:xfrm>
            <a:off x="1525350" y="72544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01&gt;&gt;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05" name="Google Shape;205;p34"/>
          <p:cNvSpPr txBox="1"/>
          <p:nvPr/>
        </p:nvSpPr>
        <p:spPr>
          <a:xfrm>
            <a:off x="1525350" y="10264300"/>
            <a:ext cx="7267200" cy="26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interes 02&gt;&gt;</a:t>
            </a: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5"/>
          <p:cNvSpPr txBox="1"/>
          <p:nvPr/>
        </p:nvSpPr>
        <p:spPr>
          <a:xfrm>
            <a:off x="907625" y="1697175"/>
            <a:ext cx="8432700" cy="865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Tus intereses fueron una de las claves para sugerirte opciones dentro de las áreas de estudio: 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03 v2&gt;&gt;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04 v2&gt;&gt;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Las áreas en las que mostraste mayor afinidad coinciden con el perfil de carreras como: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03&gt;&gt;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04&gt;&gt;</a:t>
            </a:r>
            <a:endParaRPr sz="22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Estas opciones no solo se alinean con tus habilidades, sino también con aquello que te motiva.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>
                <a:solidFill>
                  <a:schemeClr val="dk1"/>
                </a:solidFill>
                <a:latin typeface="Public Sans Light"/>
                <a:ea typeface="Public Sans Light"/>
                <a:cs typeface="Public Sans Light"/>
                <a:sym typeface="Public Sans Light"/>
              </a:rPr>
              <a:t>En otras palabras, no se trata solo de lo que podrías hacer bien, sino de lo que realmente despierta tu interés y curiosidad.</a:t>
            </a:r>
            <a:endParaRPr sz="2483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/>
        </p:nvSpPr>
        <p:spPr>
          <a:xfrm>
            <a:off x="923400" y="103887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01&gt;&gt;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0" name="Google Shape;220;p37"/>
          <p:cNvSpPr txBox="1"/>
          <p:nvPr/>
        </p:nvSpPr>
        <p:spPr>
          <a:xfrm>
            <a:off x="923400" y="44402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1" name="Google Shape;221;p37"/>
          <p:cNvSpPr txBox="1"/>
          <p:nvPr/>
        </p:nvSpPr>
        <p:spPr>
          <a:xfrm>
            <a:off x="7582650" y="44402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2" name="Google Shape;222;p37"/>
          <p:cNvSpPr txBox="1"/>
          <p:nvPr/>
        </p:nvSpPr>
        <p:spPr>
          <a:xfrm>
            <a:off x="923400" y="2371125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02&gt;&gt;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3" name="Google Shape;223;p37"/>
          <p:cNvSpPr txBox="1"/>
          <p:nvPr/>
        </p:nvSpPr>
        <p:spPr>
          <a:xfrm>
            <a:off x="923400" y="1776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4" name="Google Shape;224;p37"/>
          <p:cNvSpPr txBox="1"/>
          <p:nvPr/>
        </p:nvSpPr>
        <p:spPr>
          <a:xfrm>
            <a:off x="7582650" y="1776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5" name="Google Shape;225;p37"/>
          <p:cNvSpPr txBox="1"/>
          <p:nvPr/>
        </p:nvSpPr>
        <p:spPr>
          <a:xfrm>
            <a:off x="923400" y="37731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03&gt;&gt;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6" name="Google Shape;226;p37"/>
          <p:cNvSpPr txBox="1"/>
          <p:nvPr/>
        </p:nvSpPr>
        <p:spPr>
          <a:xfrm>
            <a:off x="923400" y="31783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7" name="Google Shape;227;p37"/>
          <p:cNvSpPr txBox="1"/>
          <p:nvPr/>
        </p:nvSpPr>
        <p:spPr>
          <a:xfrm>
            <a:off x="7582500" y="31783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8" name="Google Shape;228;p37"/>
          <p:cNvSpPr txBox="1"/>
          <p:nvPr/>
        </p:nvSpPr>
        <p:spPr>
          <a:xfrm>
            <a:off x="923400" y="52880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04&gt;&gt;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29" name="Google Shape;229;p37"/>
          <p:cNvSpPr txBox="1"/>
          <p:nvPr/>
        </p:nvSpPr>
        <p:spPr>
          <a:xfrm>
            <a:off x="923400" y="46932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0" name="Google Shape;230;p37"/>
          <p:cNvSpPr txBox="1"/>
          <p:nvPr/>
        </p:nvSpPr>
        <p:spPr>
          <a:xfrm>
            <a:off x="7582500" y="46932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1" name="Google Shape;231;p37"/>
          <p:cNvSpPr txBox="1"/>
          <p:nvPr/>
        </p:nvSpPr>
        <p:spPr>
          <a:xfrm>
            <a:off x="923400" y="6859488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05&gt;&gt;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2" name="Google Shape;232;p37"/>
          <p:cNvSpPr txBox="1"/>
          <p:nvPr/>
        </p:nvSpPr>
        <p:spPr>
          <a:xfrm>
            <a:off x="923400" y="626465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3" name="Google Shape;233;p37"/>
          <p:cNvSpPr txBox="1"/>
          <p:nvPr/>
        </p:nvSpPr>
        <p:spPr>
          <a:xfrm>
            <a:off x="7582500" y="626465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4" name="Google Shape;234;p37"/>
          <p:cNvSpPr txBox="1"/>
          <p:nvPr/>
        </p:nvSpPr>
        <p:spPr>
          <a:xfrm>
            <a:off x="923400" y="8459113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06&gt;&gt;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5" name="Google Shape;235;p37"/>
          <p:cNvSpPr txBox="1"/>
          <p:nvPr/>
        </p:nvSpPr>
        <p:spPr>
          <a:xfrm>
            <a:off x="923400" y="7864275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6" name="Google Shape;236;p37"/>
          <p:cNvSpPr txBox="1"/>
          <p:nvPr/>
        </p:nvSpPr>
        <p:spPr>
          <a:xfrm>
            <a:off x="7582650" y="7864275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7" name="Google Shape;237;p37"/>
          <p:cNvSpPr txBox="1"/>
          <p:nvPr/>
        </p:nvSpPr>
        <p:spPr>
          <a:xfrm>
            <a:off x="923400" y="100587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07&gt;&gt;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8" name="Google Shape;238;p37"/>
          <p:cNvSpPr txBox="1"/>
          <p:nvPr/>
        </p:nvSpPr>
        <p:spPr>
          <a:xfrm>
            <a:off x="923400" y="94639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39" name="Google Shape;239;p37"/>
          <p:cNvSpPr txBox="1"/>
          <p:nvPr/>
        </p:nvSpPr>
        <p:spPr>
          <a:xfrm>
            <a:off x="7582500" y="94639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0" name="Google Shape;240;p37"/>
          <p:cNvSpPr txBox="1"/>
          <p:nvPr/>
        </p:nvSpPr>
        <p:spPr>
          <a:xfrm>
            <a:off x="923400" y="11553250"/>
            <a:ext cx="84402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&lt;&lt;URL Gardner 08&gt;&gt;</a:t>
            </a:r>
            <a:endParaRPr sz="2600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1" name="Google Shape;241;p37"/>
          <p:cNvSpPr txBox="1"/>
          <p:nvPr/>
        </p:nvSpPr>
        <p:spPr>
          <a:xfrm>
            <a:off x="923400" y="10958400"/>
            <a:ext cx="55947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2" name="Google Shape;242;p37"/>
          <p:cNvSpPr txBox="1"/>
          <p:nvPr/>
        </p:nvSpPr>
        <p:spPr>
          <a:xfrm>
            <a:off x="7582500" y="10958400"/>
            <a:ext cx="1781100" cy="1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rgbClr val="434343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2600" b="1">
              <a:solidFill>
                <a:srgbClr val="434343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/>
        </p:nvSpPr>
        <p:spPr>
          <a:xfrm>
            <a:off x="1490300" y="16909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01&gt;&gt;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8" name="Google Shape;248;p38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 dirty="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01&gt;&gt;</a:t>
            </a:r>
            <a:endParaRPr sz="3000" b="1" i="1" dirty="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49" name="Google Shape;249;p38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01&gt;&gt;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50" name="Google Shape;250;p38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02&gt;&gt;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1" name="Google Shape;251;p38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02&gt;&gt;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2" name="Google Shape;252;p38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02&gt;&gt;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9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03&gt;&gt;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8" name="Google Shape;258;p39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03&gt;&gt;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03&gt;&gt;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04&gt;&gt;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04&gt;&gt;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2" name="Google Shape;262;p39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04&gt;&gt;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05&gt;&gt;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8" name="Google Shape;268;p40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05&gt;&gt;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69" name="Google Shape;269;p40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05&gt;&gt;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70" name="Google Shape;270;p40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06&gt;&gt;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1" name="Google Shape;271;p40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06&gt;&gt;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2" name="Google Shape;272;p40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06&gt;&gt;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1"/>
          <p:cNvSpPr txBox="1"/>
          <p:nvPr/>
        </p:nvSpPr>
        <p:spPr>
          <a:xfrm>
            <a:off x="1490300" y="1614725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07&gt;&gt;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8" name="Google Shape;278;p41"/>
          <p:cNvSpPr txBox="1"/>
          <p:nvPr/>
        </p:nvSpPr>
        <p:spPr>
          <a:xfrm>
            <a:off x="6427775" y="3233789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07&gt;&gt;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79" name="Google Shape;279;p41"/>
          <p:cNvSpPr txBox="1"/>
          <p:nvPr/>
        </p:nvSpPr>
        <p:spPr>
          <a:xfrm>
            <a:off x="1457250" y="4256725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07&gt;&gt;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  <p:sp>
        <p:nvSpPr>
          <p:cNvPr id="280" name="Google Shape;280;p41"/>
          <p:cNvSpPr txBox="1"/>
          <p:nvPr/>
        </p:nvSpPr>
        <p:spPr>
          <a:xfrm>
            <a:off x="1490300" y="10073800"/>
            <a:ext cx="55140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&lt;&lt;Gardner 08&gt;&gt;</a:t>
            </a:r>
            <a:endParaRPr sz="30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1" name="Google Shape;281;p41"/>
          <p:cNvSpPr txBox="1"/>
          <p:nvPr/>
        </p:nvSpPr>
        <p:spPr>
          <a:xfrm>
            <a:off x="6427775" y="11620714"/>
            <a:ext cx="2501100" cy="6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i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&lt;&lt;% Gardner 08&gt;&gt;</a:t>
            </a:r>
            <a:endParaRPr sz="3000" b="1" i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282" name="Google Shape;282;p41"/>
          <p:cNvSpPr txBox="1"/>
          <p:nvPr/>
        </p:nvSpPr>
        <p:spPr>
          <a:xfrm>
            <a:off x="1457250" y="12715800"/>
            <a:ext cx="7232400" cy="418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Gardner 08&gt;&gt;</a:t>
            </a:r>
            <a:endParaRPr sz="2600">
              <a:solidFill>
                <a:schemeClr val="dk1"/>
              </a:solidFill>
              <a:latin typeface="Public Sans Light"/>
              <a:ea typeface="Public Sans Light"/>
              <a:cs typeface="Public Sans Light"/>
              <a:sym typeface="Public Sans Ligh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2"/>
          <p:cNvSpPr txBox="1"/>
          <p:nvPr/>
        </p:nvSpPr>
        <p:spPr>
          <a:xfrm>
            <a:off x="999775" y="277642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01 v2&gt;&gt;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88" name="Google Shape;288;p42"/>
          <p:cNvSpPr txBox="1"/>
          <p:nvPr/>
        </p:nvSpPr>
        <p:spPr>
          <a:xfrm>
            <a:off x="966125" y="3434675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&lt;&lt;AE Carrera 02 v2&gt;&gt;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89" name="Google Shape;289;p42"/>
          <p:cNvSpPr txBox="1"/>
          <p:nvPr/>
        </p:nvSpPr>
        <p:spPr>
          <a:xfrm>
            <a:off x="966125" y="52991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01&gt;&gt;</a:t>
            </a:r>
            <a:endParaRPr sz="3483">
              <a:solidFill>
                <a:schemeClr val="dk2"/>
              </a:solidFill>
            </a:endParaRPr>
          </a:p>
        </p:txBody>
      </p:sp>
      <p:sp>
        <p:nvSpPr>
          <p:cNvPr id="290" name="Google Shape;290;p42"/>
          <p:cNvSpPr txBox="1"/>
          <p:nvPr/>
        </p:nvSpPr>
        <p:spPr>
          <a:xfrm>
            <a:off x="966125" y="6130050"/>
            <a:ext cx="8406600" cy="56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83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&lt;&lt;Carrera 02&gt;&gt;</a:t>
            </a:r>
            <a:endParaRPr sz="3483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4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Gest_Temp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00" name="Google Shape;300;p44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Gest_Temp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45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Persev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06" name="Google Shape;306;p45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Persev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6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Hab_est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2" name="Google Shape;312;p46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Hab_est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7"/>
          <p:cNvSpPr txBox="1"/>
          <p:nvPr/>
        </p:nvSpPr>
        <p:spPr>
          <a:xfrm>
            <a:off x="966125" y="6659150"/>
            <a:ext cx="8406600" cy="51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400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IE 01&gt;&gt;</a:t>
            </a:r>
            <a:endParaRPr sz="241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sp>
        <p:nvSpPr>
          <p:cNvPr id="318" name="Google Shape;318;p47"/>
          <p:cNvSpPr txBox="1"/>
          <p:nvPr/>
        </p:nvSpPr>
        <p:spPr>
          <a:xfrm>
            <a:off x="966125" y="13293225"/>
            <a:ext cx="8406600" cy="40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>
                <a:solidFill>
                  <a:schemeClr val="dk1"/>
                </a:solidFill>
                <a:latin typeface="Public Sans"/>
                <a:ea typeface="Public Sans"/>
                <a:cs typeface="Public Sans"/>
                <a:sym typeface="Public Sans"/>
              </a:rPr>
              <a:t>&lt;&lt;DESC IE 02&gt;&gt;</a:t>
            </a:r>
            <a:endParaRPr sz="2400" b="1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00">
              <a:solidFill>
                <a:schemeClr val="dk1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49"/>
          <p:cNvSpPr txBox="1"/>
          <p:nvPr/>
        </p:nvSpPr>
        <p:spPr>
          <a:xfrm>
            <a:off x="1454150" y="127857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Verbal&gt;&gt;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28" name="Google Shape;328;p49"/>
          <p:cNvCxnSpPr/>
          <p:nvPr/>
        </p:nvCxnSpPr>
        <p:spPr>
          <a:xfrm>
            <a:off x="1518125" y="173153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9" name="Google Shape;329;p49"/>
          <p:cNvSpPr txBox="1"/>
          <p:nvPr/>
        </p:nvSpPr>
        <p:spPr>
          <a:xfrm>
            <a:off x="1460275" y="118021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Verbal&gt;&gt;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50"/>
          <p:cNvSpPr txBox="1"/>
          <p:nvPr/>
        </p:nvSpPr>
        <p:spPr>
          <a:xfrm>
            <a:off x="1460263" y="127583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Abstracto&gt;&gt;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35" name="Google Shape;335;p50"/>
          <p:cNvCxnSpPr/>
          <p:nvPr/>
        </p:nvCxnSpPr>
        <p:spPr>
          <a:xfrm>
            <a:off x="1524238" y="172879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6" name="Google Shape;336;p50"/>
          <p:cNvSpPr txBox="1"/>
          <p:nvPr/>
        </p:nvSpPr>
        <p:spPr>
          <a:xfrm>
            <a:off x="1454150" y="4352650"/>
            <a:ext cx="7232400" cy="41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Numérico&gt;&gt;</a:t>
            </a:r>
            <a:endParaRPr sz="2600">
              <a:solidFill>
                <a:schemeClr val="dk1"/>
              </a:solidFill>
              <a:latin typeface="Archivo Light"/>
              <a:ea typeface="Archivo Light"/>
              <a:cs typeface="Archivo Light"/>
              <a:sym typeface="Archivo Light"/>
            </a:endParaRPr>
          </a:p>
        </p:txBody>
      </p:sp>
      <p:cxnSp>
        <p:nvCxnSpPr>
          <p:cNvPr id="337" name="Google Shape;337;p50"/>
          <p:cNvCxnSpPr/>
          <p:nvPr/>
        </p:nvCxnSpPr>
        <p:spPr>
          <a:xfrm>
            <a:off x="1518125" y="8882225"/>
            <a:ext cx="71736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8" name="Google Shape;338;p50"/>
          <p:cNvSpPr txBox="1"/>
          <p:nvPr/>
        </p:nvSpPr>
        <p:spPr>
          <a:xfrm>
            <a:off x="1460275" y="33690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Numérico&gt;&gt;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39" name="Google Shape;339;p50"/>
          <p:cNvSpPr txBox="1"/>
          <p:nvPr/>
        </p:nvSpPr>
        <p:spPr>
          <a:xfrm>
            <a:off x="1460275" y="11774775"/>
            <a:ext cx="7232400" cy="66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&lt;&lt;Nivel Abstracto&gt;&gt;</a:t>
            </a:r>
            <a:endParaRPr sz="3000" b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51"/>
          <p:cNvSpPr txBox="1"/>
          <p:nvPr/>
        </p:nvSpPr>
        <p:spPr>
          <a:xfrm>
            <a:off x="852657" y="1832150"/>
            <a:ext cx="8357400" cy="59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610" i="1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&lt;&lt;Balance cognitivas&gt;&gt;</a:t>
            </a:r>
            <a:endParaRPr sz="2610" i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sz="2610" i="1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345" name="Google Shape;345;p51"/>
          <p:cNvSpPr txBox="1"/>
          <p:nvPr/>
        </p:nvSpPr>
        <p:spPr>
          <a:xfrm>
            <a:off x="852657" y="3025950"/>
            <a:ext cx="8357400" cy="63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r>
              <a:rPr lang="en" sz="2410">
                <a:solidFill>
                  <a:schemeClr val="dk1"/>
                </a:solidFill>
                <a:latin typeface="Archivo"/>
                <a:ea typeface="Archivo"/>
                <a:cs typeface="Archivo"/>
                <a:sym typeface="Archivo"/>
              </a:rPr>
              <a:t>&lt;&lt;DESC Balance&gt;&gt;</a:t>
            </a: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35"/>
              <a:buNone/>
            </a:pPr>
            <a:endParaRPr sz="2410">
              <a:solidFill>
                <a:schemeClr val="dk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4"/>
          <p:cNvSpPr txBox="1"/>
          <p:nvPr/>
        </p:nvSpPr>
        <p:spPr>
          <a:xfrm>
            <a:off x="3205050" y="11829705"/>
            <a:ext cx="3876900" cy="720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AR" sz="3483" b="1" dirty="0">
                <a:solidFill>
                  <a:schemeClr val="tx1"/>
                </a:solidFill>
                <a:hlinkClick r:id="rId4"/>
              </a:rPr>
              <a:t>Responder</a:t>
            </a:r>
            <a:endParaRPr lang="es-AR" sz="3483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720</Words>
  <Application>Microsoft Office PowerPoint</Application>
  <PresentationFormat>Custom</PresentationFormat>
  <Paragraphs>154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8" baseType="lpstr">
      <vt:lpstr>Public Sans</vt:lpstr>
      <vt:lpstr>Public Sans Light</vt:lpstr>
      <vt:lpstr>Arial</vt:lpstr>
      <vt:lpstr>Archivo</vt:lpstr>
      <vt:lpstr>Archivo Light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2026-03-02T22:43:01Z</dcterms:modified>
</cp:coreProperties>
</file>