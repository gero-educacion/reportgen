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0287000" cy="18288000"/>
  <p:notesSz cx="6858000" cy="9144000"/>
  <p:embeddedFontLst>
    <p:embeddedFont>
      <p:font typeface="Archivo" panose="020B0604020202020204" charset="0"/>
      <p:regular r:id="rId45"/>
      <p:bold r:id="rId46"/>
      <p:italic r:id="rId47"/>
      <p:boldItalic r:id="rId48"/>
    </p:embeddedFont>
    <p:embeddedFont>
      <p:font typeface="Archivo Light" panose="020B0604020202020204" charset="0"/>
      <p:regular r:id="rId49"/>
      <p:bold r:id="rId50"/>
      <p:italic r:id="rId51"/>
      <p:boldItalic r:id="rId52"/>
    </p:embeddedFont>
    <p:embeddedFont>
      <p:font typeface="Public Sans" panose="020B0604020202020204" charset="0"/>
      <p:regular r:id="rId53"/>
      <p:bold r:id="rId54"/>
      <p:italic r:id="rId55"/>
      <p:boldItalic r:id="rId56"/>
    </p:embeddedFont>
    <p:embeddedFont>
      <p:font typeface="Public Sans Light" panose="020B0604020202020204" charset="0"/>
      <p:regular r:id="rId57"/>
      <p:bold r:id="rId58"/>
      <p:italic r:id="rId59"/>
      <p:boldItalic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609">
          <p15:clr>
            <a:srgbClr val="747775"/>
          </p15:clr>
        </p15:guide>
        <p15:guide id="2" pos="5904">
          <p15:clr>
            <a:srgbClr val="747775"/>
          </p15:clr>
        </p15:guide>
        <p15:guide id="3" orient="horz" pos="25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2006" y="-293"/>
      </p:cViewPr>
      <p:guideLst>
        <p:guide pos="609"/>
        <p:guide pos="5904"/>
        <p:guide orient="horz" pos="2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font" Target="fonts/font11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font" Target="fonts/font14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font" Target="fonts/font12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openxmlformats.org/officeDocument/2006/relationships/font" Target="fonts/font1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font" Target="fonts/font1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Relationship Id="rId60" Type="http://schemas.openxmlformats.org/officeDocument/2006/relationships/font" Target="fonts/font16.fntdata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i vila bach" userId="140d79d91c36b714" providerId="LiveId" clId="{681BBBA0-CB6B-4408-8383-25A2ECA50787}"/>
    <pc:docChg chg="modSld">
      <pc:chgData name="juani vila bach" userId="140d79d91c36b714" providerId="LiveId" clId="{681BBBA0-CB6B-4408-8383-25A2ECA50787}" dt="2026-03-26T15:07:14.701" v="3" actId="1076"/>
      <pc:docMkLst>
        <pc:docMk/>
      </pc:docMkLst>
      <pc:sldChg chg="modSp mod">
        <pc:chgData name="juani vila bach" userId="140d79d91c36b714" providerId="LiveId" clId="{681BBBA0-CB6B-4408-8383-25A2ECA50787}" dt="2026-03-26T15:06:36.793" v="2" actId="20577"/>
        <pc:sldMkLst>
          <pc:docMk/>
          <pc:sldMk cId="0" sldId="281"/>
        </pc:sldMkLst>
        <pc:spChg chg="mod">
          <ac:chgData name="juani vila bach" userId="140d79d91c36b714" providerId="LiveId" clId="{681BBBA0-CB6B-4408-8383-25A2ECA50787}" dt="2026-03-26T15:06:36.793" v="2" actId="20577"/>
          <ac:spMkLst>
            <pc:docMk/>
            <pc:sldMk cId="0" sldId="281"/>
            <ac:spMk id="253" creationId="{00000000-0000-0000-0000-000000000000}"/>
          </ac:spMkLst>
        </pc:spChg>
      </pc:sldChg>
      <pc:sldChg chg="modSp mod">
        <pc:chgData name="juani vila bach" userId="140d79d91c36b714" providerId="LiveId" clId="{681BBBA0-CB6B-4408-8383-25A2ECA50787}" dt="2026-03-26T15:07:14.701" v="3" actId="1076"/>
        <pc:sldMkLst>
          <pc:docMk/>
          <pc:sldMk cId="0" sldId="285"/>
        </pc:sldMkLst>
        <pc:spChg chg="mod">
          <ac:chgData name="juani vila bach" userId="140d79d91c36b714" providerId="LiveId" clId="{681BBBA0-CB6B-4408-8383-25A2ECA50787}" dt="2026-03-26T15:07:14.701" v="3" actId="1076"/>
          <ac:spMkLst>
            <pc:docMk/>
            <pc:sldMk cId="0" sldId="285"/>
            <ac:spMk id="29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6936d1e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6936d1e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6936d1ea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6936d1ea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6936d1ea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6936d1ea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6936d1ea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76936d1ea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6936d1ea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6936d1ea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6936d1ea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6936d1ea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4e706d10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4e706d103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4e706d10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4e706d10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64e706d103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64e706d103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6936d1ea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76936d1ea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6936d1ea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6936d1ea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7eb2d293a_2_1:notes"/>
          <p:cNvSpPr txBox="1">
            <a:spLocks noGrp="1"/>
          </p:cNvSpPr>
          <p:nvPr>
            <p:ph type="body" idx="1"/>
          </p:nvPr>
        </p:nvSpPr>
        <p:spPr>
          <a:xfrm>
            <a:off x="685800" y="434339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d7eb2d293a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6153" y="685797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6936d1ea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76936d1ea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6936d1ea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76936d1ea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6936d1eaf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76936d1eaf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6936d1e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76936d1e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6936d1eaf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6936d1eaf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76936d1eaf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76936d1eaf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6936d1eaf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76936d1eaf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6936d1ea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76936d1ea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6936d1eaf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76936d1eaf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6936d1ea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6936d1ea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76936d1eaf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76936d1eaf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6936d1ea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76936d1ea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76936d1ea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76936d1ea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76936d1eaf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76936d1eaf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76936d1eaf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76936d1eaf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6936d1eaf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76936d1eaf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794dfc6a0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8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794dfc6a0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794dfc6a05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794dfc6a05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794dfc6a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794dfc6a0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794dfc6a05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794dfc6a05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94dfc6a0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794dfc6a0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794dfc6a05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794dfc6a05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794dfc6a0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794dfc6a0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76936d1eaf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76936d1eaf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6936d1eaf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76936d1eaf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76936d1ea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76936d1eaf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76936d1eaf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76936d1eaf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76936d1ea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4919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76936d1eaf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c5922e5154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465388" y="685800"/>
            <a:ext cx="1928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1" name="Google Shape;361;g3c5922e5154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marL="914400" lvl="1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marL="1371600" lvl="2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marL="1828800" lvl="3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marL="2286000" lvl="4" indent="-37606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marL="2743200" lvl="5" indent="-37606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marL="3200400" lvl="6" indent="-37606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marL="3657600" lvl="7" indent="-376061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marL="4114800" lvl="8" indent="-376061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6925" tIns="176925" rIns="176925" bIns="1769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449791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spcFirstLastPara="1" wrap="square" lIns="176925" tIns="176925" rIns="176925" bIns="1769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marL="914400" lvl="1" indent="-400638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marL="1371600" lvl="2" indent="-400638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marL="1828800" lvl="3" indent="-400638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marL="2286000" lvl="4" indent="-400637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marL="2743200" lvl="5" indent="-400637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marL="3200400" lvl="6" indent="-400637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marL="3657600" lvl="7" indent="-400637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marL="4114800" lvl="8" indent="-400637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3499545" y="17007841"/>
            <a:ext cx="3293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dt" idx="10"/>
          </p:nvPr>
        </p:nvSpPr>
        <p:spPr>
          <a:xfrm>
            <a:off x="514639" y="17007841"/>
            <a:ext cx="2367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300"/>
              <a:buNone/>
              <a:defRPr sz="13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7410801" y="17007841"/>
            <a:ext cx="2367600" cy="2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t" anchorCtr="0">
            <a:normAutofit/>
          </a:bodyPr>
          <a:lstStyle>
            <a:lvl1pPr marL="457200" lvl="0" indent="-44979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marL="914400" lvl="1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marL="1371600" lvl="2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marL="1828800" lvl="3" indent="-40063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marL="2286000" lvl="4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marL="2743200" lvl="5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marL="3200400" lvl="6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marL="3657600" lvl="7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marL="4114800" lvl="8" indent="-40063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6925" tIns="176925" rIns="176925" bIns="176925" anchor="ctr" anchorCtr="0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eroeducacion.typeform.com/feedback-p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/>
        </p:nvSpPr>
        <p:spPr>
          <a:xfrm>
            <a:off x="1458825" y="4061600"/>
            <a:ext cx="7224000" cy="9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&lt;&lt;Nombre y Apellido&gt;&gt;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/>
        </p:nvSpPr>
        <p:spPr>
          <a:xfrm>
            <a:off x="1537374" y="563585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01&gt;&gt;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2" name="Google Shape;72;p17"/>
          <p:cNvSpPr txBox="1"/>
          <p:nvPr/>
        </p:nvSpPr>
        <p:spPr>
          <a:xfrm>
            <a:off x="1537363" y="51172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01&gt;&gt;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3" name="Google Shape;73;p17"/>
          <p:cNvSpPr txBox="1"/>
          <p:nvPr/>
        </p:nvSpPr>
        <p:spPr>
          <a:xfrm>
            <a:off x="7664530" y="511720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01&gt;&gt;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4" name="Google Shape;74;p17"/>
          <p:cNvSpPr txBox="1"/>
          <p:nvPr/>
        </p:nvSpPr>
        <p:spPr>
          <a:xfrm>
            <a:off x="1537374" y="681130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02&gt;&gt;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1537363" y="62926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02&gt;&gt;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7664530" y="629265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02&gt;&gt;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7" name="Google Shape;77;p17"/>
          <p:cNvSpPr txBox="1"/>
          <p:nvPr/>
        </p:nvSpPr>
        <p:spPr>
          <a:xfrm>
            <a:off x="1537374" y="798675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03&gt;&gt;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1537363" y="74681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03&gt;&gt;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7664530" y="746810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03&gt;&gt;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1537374" y="916220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04&gt;&gt;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1537363" y="86435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04&gt;&gt;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7664530" y="864355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04&gt;&gt;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1537374" y="1033765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05&gt;&gt;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1537363" y="981900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05&gt;&gt;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7664530" y="981900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05&gt;&gt;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1537374" y="11513100"/>
            <a:ext cx="70692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AE 06&gt;&gt;</a:t>
            </a:r>
            <a:endParaRPr sz="19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1537363" y="10994450"/>
            <a:ext cx="50838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06&gt;&gt;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7664530" y="10994450"/>
            <a:ext cx="1618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AE 06&gt;&gt;</a:t>
            </a:r>
            <a:endParaRPr sz="19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/>
        </p:nvSpPr>
        <p:spPr>
          <a:xfrm>
            <a:off x="1215250" y="3574600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03&gt;&gt;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1215250" y="5955850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04&gt;&gt;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1089350" y="10899000"/>
            <a:ext cx="7910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01&gt;&gt;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1089350" y="13263825"/>
            <a:ext cx="7910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02&gt;&gt;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4346900" y="487282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03&gt;&gt;</a:t>
            </a:r>
            <a:endParaRPr sz="18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4346900" y="723582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04&gt;&gt;</a:t>
            </a:r>
            <a:endParaRPr sz="18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4346900" y="1218807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01&gt;&gt;</a:t>
            </a:r>
            <a:endParaRPr sz="18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4346900" y="14551075"/>
            <a:ext cx="465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02&gt;&gt;</a:t>
            </a:r>
            <a:endParaRPr sz="18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/>
        </p:nvSpPr>
        <p:spPr>
          <a:xfrm>
            <a:off x="1251450" y="1188625"/>
            <a:ext cx="7784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01&gt;&gt;</a:t>
            </a:r>
            <a:endParaRPr sz="3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01&gt;&gt;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01&gt;&gt;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01&gt;&gt;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/>
        </p:nvSpPr>
        <p:spPr>
          <a:xfrm>
            <a:off x="966125" y="1188625"/>
            <a:ext cx="8330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02&gt;&gt;</a:t>
            </a:r>
            <a:endParaRPr sz="3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02&gt;&gt;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02&gt;&gt;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02&gt;&gt;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/>
        </p:nvSpPr>
        <p:spPr>
          <a:xfrm>
            <a:off x="1251450" y="1188625"/>
            <a:ext cx="7784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03&gt;&gt;</a:t>
            </a:r>
            <a:endParaRPr sz="3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03&gt;&gt;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03&gt;&gt;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03&gt;&gt;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/>
        </p:nvSpPr>
        <p:spPr>
          <a:xfrm>
            <a:off x="1251450" y="1188625"/>
            <a:ext cx="7784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04&gt;&gt;</a:t>
            </a:r>
            <a:endParaRPr sz="3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4412925" y="2867950"/>
            <a:ext cx="462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04&gt;&gt;</a:t>
            </a:r>
            <a:endParaRPr sz="2000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900250" y="4788150"/>
            <a:ext cx="8330400" cy="54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01 Carrera 04&gt;&gt;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1253625" y="12763000"/>
            <a:ext cx="7784100" cy="40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02 Carrera 04&gt;&gt;</a:t>
            </a:r>
            <a:endParaRPr sz="25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/>
        </p:nvSpPr>
        <p:spPr>
          <a:xfrm>
            <a:off x="853200" y="5058350"/>
            <a:ext cx="8428200" cy="10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Estilo&gt;&gt;</a:t>
            </a:r>
            <a:endParaRPr sz="2500">
              <a:solidFill>
                <a:schemeClr val="dk2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2197" y="6555158"/>
            <a:ext cx="8156021" cy="3078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4531" y="930438"/>
            <a:ext cx="8111336" cy="40362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26"/>
          <p:cNvGrpSpPr/>
          <p:nvPr/>
        </p:nvGrpSpPr>
        <p:grpSpPr>
          <a:xfrm>
            <a:off x="8443178" y="16440779"/>
            <a:ext cx="924937" cy="934050"/>
            <a:chOff x="9277198" y="18072748"/>
            <a:chExt cx="1016303" cy="1026767"/>
          </a:xfrm>
        </p:grpSpPr>
        <p:sp>
          <p:nvSpPr>
            <p:cNvPr id="153" name="Google Shape;153;p26"/>
            <p:cNvSpPr/>
            <p:nvPr/>
          </p:nvSpPr>
          <p:spPr>
            <a:xfrm>
              <a:off x="9308617" y="18114631"/>
              <a:ext cx="984884" cy="984884"/>
            </a:xfrm>
            <a:custGeom>
              <a:avLst/>
              <a:gdLst/>
              <a:ahLst/>
              <a:cxnLst/>
              <a:rect l="l" t="t" r="r" b="b"/>
              <a:pathLst>
                <a:path w="984884" h="984884" extrusionOk="0">
                  <a:moveTo>
                    <a:pt x="774845" y="0"/>
                  </a:moveTo>
                  <a:lnTo>
                    <a:pt x="209417" y="0"/>
                  </a:lnTo>
                  <a:lnTo>
                    <a:pt x="161400" y="5530"/>
                  </a:lnTo>
                  <a:lnTo>
                    <a:pt x="117321" y="21285"/>
                  </a:lnTo>
                  <a:lnTo>
                    <a:pt x="78437" y="46006"/>
                  </a:lnTo>
                  <a:lnTo>
                    <a:pt x="46006" y="78437"/>
                  </a:lnTo>
                  <a:lnTo>
                    <a:pt x="21285" y="117321"/>
                  </a:lnTo>
                  <a:lnTo>
                    <a:pt x="5530" y="161400"/>
                  </a:lnTo>
                  <a:lnTo>
                    <a:pt x="0" y="209417"/>
                  </a:lnTo>
                  <a:lnTo>
                    <a:pt x="0" y="774845"/>
                  </a:lnTo>
                  <a:lnTo>
                    <a:pt x="5530" y="822863"/>
                  </a:lnTo>
                  <a:lnTo>
                    <a:pt x="21285" y="866942"/>
                  </a:lnTo>
                  <a:lnTo>
                    <a:pt x="46006" y="905825"/>
                  </a:lnTo>
                  <a:lnTo>
                    <a:pt x="78437" y="938256"/>
                  </a:lnTo>
                  <a:lnTo>
                    <a:pt x="117321" y="962977"/>
                  </a:lnTo>
                  <a:lnTo>
                    <a:pt x="161400" y="978732"/>
                  </a:lnTo>
                  <a:lnTo>
                    <a:pt x="209417" y="984263"/>
                  </a:lnTo>
                  <a:lnTo>
                    <a:pt x="774845" y="984263"/>
                  </a:lnTo>
                  <a:lnTo>
                    <a:pt x="822863" y="978732"/>
                  </a:lnTo>
                  <a:lnTo>
                    <a:pt x="866942" y="962977"/>
                  </a:lnTo>
                  <a:lnTo>
                    <a:pt x="905825" y="938256"/>
                  </a:lnTo>
                  <a:lnTo>
                    <a:pt x="938256" y="905825"/>
                  </a:lnTo>
                  <a:lnTo>
                    <a:pt x="962977" y="866942"/>
                  </a:lnTo>
                  <a:lnTo>
                    <a:pt x="978732" y="822863"/>
                  </a:lnTo>
                  <a:lnTo>
                    <a:pt x="984263" y="774845"/>
                  </a:lnTo>
                  <a:lnTo>
                    <a:pt x="984263" y="209417"/>
                  </a:lnTo>
                  <a:lnTo>
                    <a:pt x="978732" y="161400"/>
                  </a:lnTo>
                  <a:lnTo>
                    <a:pt x="962977" y="117321"/>
                  </a:lnTo>
                  <a:lnTo>
                    <a:pt x="938256" y="78437"/>
                  </a:lnTo>
                  <a:lnTo>
                    <a:pt x="905825" y="46006"/>
                  </a:lnTo>
                  <a:lnTo>
                    <a:pt x="866942" y="21285"/>
                  </a:lnTo>
                  <a:lnTo>
                    <a:pt x="822863" y="5530"/>
                  </a:lnTo>
                  <a:lnTo>
                    <a:pt x="77484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54" name="Google Shape;154;p26"/>
            <p:cNvSpPr/>
            <p:nvPr/>
          </p:nvSpPr>
          <p:spPr>
            <a:xfrm>
              <a:off x="9277204" y="18072748"/>
              <a:ext cx="984884" cy="984884"/>
            </a:xfrm>
            <a:custGeom>
              <a:avLst/>
              <a:gdLst/>
              <a:ahLst/>
              <a:cxnLst/>
              <a:rect l="l" t="t" r="r" b="b"/>
              <a:pathLst>
                <a:path w="984884" h="984884" extrusionOk="0">
                  <a:moveTo>
                    <a:pt x="774845" y="0"/>
                  </a:moveTo>
                  <a:lnTo>
                    <a:pt x="209417" y="0"/>
                  </a:lnTo>
                  <a:lnTo>
                    <a:pt x="161400" y="5530"/>
                  </a:lnTo>
                  <a:lnTo>
                    <a:pt x="117321" y="21285"/>
                  </a:lnTo>
                  <a:lnTo>
                    <a:pt x="78437" y="46006"/>
                  </a:lnTo>
                  <a:lnTo>
                    <a:pt x="46006" y="78437"/>
                  </a:lnTo>
                  <a:lnTo>
                    <a:pt x="21285" y="117321"/>
                  </a:lnTo>
                  <a:lnTo>
                    <a:pt x="5530" y="161400"/>
                  </a:lnTo>
                  <a:lnTo>
                    <a:pt x="0" y="209417"/>
                  </a:lnTo>
                  <a:lnTo>
                    <a:pt x="0" y="774845"/>
                  </a:lnTo>
                  <a:lnTo>
                    <a:pt x="5530" y="822863"/>
                  </a:lnTo>
                  <a:lnTo>
                    <a:pt x="21285" y="866942"/>
                  </a:lnTo>
                  <a:lnTo>
                    <a:pt x="46006" y="905825"/>
                  </a:lnTo>
                  <a:lnTo>
                    <a:pt x="78437" y="938256"/>
                  </a:lnTo>
                  <a:lnTo>
                    <a:pt x="117321" y="962977"/>
                  </a:lnTo>
                  <a:lnTo>
                    <a:pt x="161400" y="978732"/>
                  </a:lnTo>
                  <a:lnTo>
                    <a:pt x="209417" y="984263"/>
                  </a:lnTo>
                  <a:lnTo>
                    <a:pt x="774845" y="984263"/>
                  </a:lnTo>
                  <a:lnTo>
                    <a:pt x="822863" y="978732"/>
                  </a:lnTo>
                  <a:lnTo>
                    <a:pt x="866942" y="962977"/>
                  </a:lnTo>
                  <a:lnTo>
                    <a:pt x="905825" y="938256"/>
                  </a:lnTo>
                  <a:lnTo>
                    <a:pt x="938256" y="905825"/>
                  </a:lnTo>
                  <a:lnTo>
                    <a:pt x="962977" y="866942"/>
                  </a:lnTo>
                  <a:lnTo>
                    <a:pt x="978732" y="822863"/>
                  </a:lnTo>
                  <a:lnTo>
                    <a:pt x="984263" y="774845"/>
                  </a:lnTo>
                  <a:lnTo>
                    <a:pt x="984263" y="209417"/>
                  </a:lnTo>
                  <a:lnTo>
                    <a:pt x="978732" y="161400"/>
                  </a:lnTo>
                  <a:lnTo>
                    <a:pt x="962977" y="117321"/>
                  </a:lnTo>
                  <a:lnTo>
                    <a:pt x="938256" y="78437"/>
                  </a:lnTo>
                  <a:lnTo>
                    <a:pt x="905825" y="46006"/>
                  </a:lnTo>
                  <a:lnTo>
                    <a:pt x="866942" y="21285"/>
                  </a:lnTo>
                  <a:lnTo>
                    <a:pt x="822863" y="5530"/>
                  </a:lnTo>
                  <a:lnTo>
                    <a:pt x="774845" y="0"/>
                  </a:lnTo>
                  <a:close/>
                </a:path>
              </a:pathLst>
            </a:custGeom>
            <a:solidFill>
              <a:srgbClr val="FFC567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  <p:sp>
          <p:nvSpPr>
            <p:cNvPr id="155" name="Google Shape;155;p26"/>
            <p:cNvSpPr/>
            <p:nvPr/>
          </p:nvSpPr>
          <p:spPr>
            <a:xfrm>
              <a:off x="9277198" y="18072760"/>
              <a:ext cx="984884" cy="984884"/>
            </a:xfrm>
            <a:custGeom>
              <a:avLst/>
              <a:gdLst/>
              <a:ahLst/>
              <a:cxnLst/>
              <a:rect l="l" t="t" r="r" b="b"/>
              <a:pathLst>
                <a:path w="984884" h="984884" extrusionOk="0">
                  <a:moveTo>
                    <a:pt x="816940" y="488848"/>
                  </a:moveTo>
                  <a:lnTo>
                    <a:pt x="758710" y="430618"/>
                  </a:lnTo>
                  <a:lnTo>
                    <a:pt x="533146" y="656170"/>
                  </a:lnTo>
                  <a:lnTo>
                    <a:pt x="533146" y="164045"/>
                  </a:lnTo>
                  <a:lnTo>
                    <a:pt x="451129" y="164045"/>
                  </a:lnTo>
                  <a:lnTo>
                    <a:pt x="451129" y="656170"/>
                  </a:lnTo>
                  <a:lnTo>
                    <a:pt x="225564" y="430618"/>
                  </a:lnTo>
                  <a:lnTo>
                    <a:pt x="167335" y="488848"/>
                  </a:lnTo>
                  <a:lnTo>
                    <a:pt x="492137" y="813650"/>
                  </a:lnTo>
                  <a:lnTo>
                    <a:pt x="816940" y="488848"/>
                  </a:lnTo>
                  <a:close/>
                </a:path>
                <a:path w="984884" h="984884" extrusionOk="0">
                  <a:moveTo>
                    <a:pt x="984262" y="209410"/>
                  </a:moveTo>
                  <a:lnTo>
                    <a:pt x="978738" y="161391"/>
                  </a:lnTo>
                  <a:lnTo>
                    <a:pt x="962977" y="117309"/>
                  </a:lnTo>
                  <a:lnTo>
                    <a:pt x="942378" y="84924"/>
                  </a:lnTo>
                  <a:lnTo>
                    <a:pt x="942378" y="209410"/>
                  </a:lnTo>
                  <a:lnTo>
                    <a:pt x="942378" y="774839"/>
                  </a:lnTo>
                  <a:lnTo>
                    <a:pt x="936396" y="819378"/>
                  </a:lnTo>
                  <a:lnTo>
                    <a:pt x="919505" y="859396"/>
                  </a:lnTo>
                  <a:lnTo>
                    <a:pt x="893305" y="893305"/>
                  </a:lnTo>
                  <a:lnTo>
                    <a:pt x="859409" y="919505"/>
                  </a:lnTo>
                  <a:lnTo>
                    <a:pt x="819378" y="936383"/>
                  </a:lnTo>
                  <a:lnTo>
                    <a:pt x="774839" y="942378"/>
                  </a:lnTo>
                  <a:lnTo>
                    <a:pt x="209423" y="942378"/>
                  </a:lnTo>
                  <a:lnTo>
                    <a:pt x="164884" y="936383"/>
                  </a:lnTo>
                  <a:lnTo>
                    <a:pt x="124866" y="919505"/>
                  </a:lnTo>
                  <a:lnTo>
                    <a:pt x="90957" y="893305"/>
                  </a:lnTo>
                  <a:lnTo>
                    <a:pt x="64757" y="859396"/>
                  </a:lnTo>
                  <a:lnTo>
                    <a:pt x="47866" y="819378"/>
                  </a:lnTo>
                  <a:lnTo>
                    <a:pt x="41884" y="774839"/>
                  </a:lnTo>
                  <a:lnTo>
                    <a:pt x="41884" y="209410"/>
                  </a:lnTo>
                  <a:lnTo>
                    <a:pt x="47866" y="164871"/>
                  </a:lnTo>
                  <a:lnTo>
                    <a:pt x="64757" y="124853"/>
                  </a:lnTo>
                  <a:lnTo>
                    <a:pt x="90957" y="90944"/>
                  </a:lnTo>
                  <a:lnTo>
                    <a:pt x="124866" y="64757"/>
                  </a:lnTo>
                  <a:lnTo>
                    <a:pt x="164884" y="47866"/>
                  </a:lnTo>
                  <a:lnTo>
                    <a:pt x="209423" y="41871"/>
                  </a:lnTo>
                  <a:lnTo>
                    <a:pt x="774839" y="41871"/>
                  </a:lnTo>
                  <a:lnTo>
                    <a:pt x="819378" y="47866"/>
                  </a:lnTo>
                  <a:lnTo>
                    <a:pt x="859409" y="64757"/>
                  </a:lnTo>
                  <a:lnTo>
                    <a:pt x="893305" y="90944"/>
                  </a:lnTo>
                  <a:lnTo>
                    <a:pt x="919505" y="124853"/>
                  </a:lnTo>
                  <a:lnTo>
                    <a:pt x="936396" y="164871"/>
                  </a:lnTo>
                  <a:lnTo>
                    <a:pt x="942378" y="209410"/>
                  </a:lnTo>
                  <a:lnTo>
                    <a:pt x="942378" y="84924"/>
                  </a:lnTo>
                  <a:lnTo>
                    <a:pt x="905827" y="45999"/>
                  </a:lnTo>
                  <a:lnTo>
                    <a:pt x="866940" y="21285"/>
                  </a:lnTo>
                  <a:lnTo>
                    <a:pt x="822858" y="5524"/>
                  </a:lnTo>
                  <a:lnTo>
                    <a:pt x="774839" y="0"/>
                  </a:lnTo>
                  <a:lnTo>
                    <a:pt x="209423" y="0"/>
                  </a:lnTo>
                  <a:lnTo>
                    <a:pt x="161404" y="5524"/>
                  </a:lnTo>
                  <a:lnTo>
                    <a:pt x="117322" y="21285"/>
                  </a:lnTo>
                  <a:lnTo>
                    <a:pt x="78435" y="45999"/>
                  </a:lnTo>
                  <a:lnTo>
                    <a:pt x="46012" y="78435"/>
                  </a:lnTo>
                  <a:lnTo>
                    <a:pt x="21285" y="117309"/>
                  </a:lnTo>
                  <a:lnTo>
                    <a:pt x="5537" y="161391"/>
                  </a:lnTo>
                  <a:lnTo>
                    <a:pt x="0" y="209410"/>
                  </a:lnTo>
                  <a:lnTo>
                    <a:pt x="0" y="774839"/>
                  </a:lnTo>
                  <a:lnTo>
                    <a:pt x="5537" y="822858"/>
                  </a:lnTo>
                  <a:lnTo>
                    <a:pt x="21285" y="866940"/>
                  </a:lnTo>
                  <a:lnTo>
                    <a:pt x="46012" y="905814"/>
                  </a:lnTo>
                  <a:lnTo>
                    <a:pt x="78435" y="938250"/>
                  </a:lnTo>
                  <a:lnTo>
                    <a:pt x="117322" y="962977"/>
                  </a:lnTo>
                  <a:lnTo>
                    <a:pt x="161404" y="978725"/>
                  </a:lnTo>
                  <a:lnTo>
                    <a:pt x="209423" y="984262"/>
                  </a:lnTo>
                  <a:lnTo>
                    <a:pt x="774839" y="984262"/>
                  </a:lnTo>
                  <a:lnTo>
                    <a:pt x="822858" y="978725"/>
                  </a:lnTo>
                  <a:lnTo>
                    <a:pt x="866940" y="962977"/>
                  </a:lnTo>
                  <a:lnTo>
                    <a:pt x="905827" y="938250"/>
                  </a:lnTo>
                  <a:lnTo>
                    <a:pt x="938250" y="905814"/>
                  </a:lnTo>
                  <a:lnTo>
                    <a:pt x="962977" y="866940"/>
                  </a:lnTo>
                  <a:lnTo>
                    <a:pt x="978738" y="822858"/>
                  </a:lnTo>
                  <a:lnTo>
                    <a:pt x="984262" y="774839"/>
                  </a:lnTo>
                  <a:lnTo>
                    <a:pt x="984262" y="2094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300"/>
            </a:p>
          </p:txBody>
        </p:sp>
      </p:grpSp>
      <p:pic>
        <p:nvPicPr>
          <p:cNvPr id="156" name="Google Shape;156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205" y="16499967"/>
            <a:ext cx="5042000" cy="839724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6"/>
          <p:cNvSpPr txBox="1"/>
          <p:nvPr/>
        </p:nvSpPr>
        <p:spPr>
          <a:xfrm>
            <a:off x="940200" y="10969125"/>
            <a:ext cx="8406600" cy="52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83">
                <a:solidFill>
                  <a:schemeClr val="dk1"/>
                </a:solidFill>
              </a:rPr>
              <a:t>&lt;&lt;URL GRAFICO HOLLAND&gt;&gt;</a:t>
            </a:r>
            <a:endParaRPr sz="3483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01&gt;&gt;</a:t>
            </a:r>
            <a:endParaRPr sz="4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3" name="Google Shape;163;p27"/>
          <p:cNvSpPr txBox="1"/>
          <p:nvPr/>
        </p:nvSpPr>
        <p:spPr>
          <a:xfrm>
            <a:off x="14903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Holland 01&gt;&gt;</a:t>
            </a:r>
            <a:endParaRPr sz="27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02&gt;&gt;</a:t>
            </a:r>
            <a:endParaRPr sz="4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14903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Holland 02&gt;&gt;</a:t>
            </a:r>
            <a:endParaRPr sz="27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03&gt;&gt;</a:t>
            </a:r>
            <a:endParaRPr sz="4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75" name="Google Shape;175;p29"/>
          <p:cNvSpPr txBox="1"/>
          <p:nvPr/>
        </p:nvSpPr>
        <p:spPr>
          <a:xfrm>
            <a:off x="14903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Holland 03&gt;&gt;</a:t>
            </a:r>
            <a:endParaRPr sz="27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/>
        </p:nvSpPr>
        <p:spPr>
          <a:xfrm>
            <a:off x="1627575" y="2800450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04&gt;&gt;</a:t>
            </a:r>
            <a:endParaRPr sz="28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1627575" y="3681500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05&gt;&gt;</a:t>
            </a:r>
            <a:endParaRPr sz="28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82" name="Google Shape;182;p30"/>
          <p:cNvSpPr txBox="1"/>
          <p:nvPr/>
        </p:nvSpPr>
        <p:spPr>
          <a:xfrm>
            <a:off x="1627575" y="4634000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&lt;&lt;Holland 06&gt;&gt;</a:t>
            </a:r>
            <a:endParaRPr sz="28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&lt;&lt;Holland 04&gt;&gt;</a:t>
            </a:r>
            <a:endParaRPr sz="42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88" name="Google Shape;188;p31"/>
          <p:cNvSpPr txBox="1"/>
          <p:nvPr/>
        </p:nvSpPr>
        <p:spPr>
          <a:xfrm>
            <a:off x="14903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&lt;&lt;DESC Holland 04&gt;&gt;</a:t>
            </a:r>
            <a:endParaRPr sz="2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&lt;&lt;Holland 05&gt;&gt;</a:t>
            </a:r>
            <a:endParaRPr sz="42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194" name="Google Shape;194;p32"/>
          <p:cNvSpPr txBox="1"/>
          <p:nvPr/>
        </p:nvSpPr>
        <p:spPr>
          <a:xfrm>
            <a:off x="1490300" y="4000500"/>
            <a:ext cx="7145700" cy="117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&lt;&lt;DESC Holland 05&gt;&gt;</a:t>
            </a:r>
            <a:endParaRPr sz="2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/>
        </p:nvSpPr>
        <p:spPr>
          <a:xfrm>
            <a:off x="1490300" y="1614725"/>
            <a:ext cx="52875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&lt;&lt;Holland 06&gt;&gt;</a:t>
            </a:r>
            <a:endParaRPr sz="42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200" name="Google Shape;200;p33"/>
          <p:cNvSpPr txBox="1"/>
          <p:nvPr/>
        </p:nvSpPr>
        <p:spPr>
          <a:xfrm>
            <a:off x="1490300" y="4000500"/>
            <a:ext cx="7145700" cy="117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&lt;&lt;DESC Holland 06&gt;&gt;</a:t>
            </a:r>
            <a:endParaRPr sz="270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/>
        </p:nvSpPr>
        <p:spPr>
          <a:xfrm>
            <a:off x="1525350" y="7254400"/>
            <a:ext cx="7267200" cy="26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interes 01&gt;&gt;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10" name="Google Shape;210;p35"/>
          <p:cNvSpPr txBox="1"/>
          <p:nvPr/>
        </p:nvSpPr>
        <p:spPr>
          <a:xfrm>
            <a:off x="1525350" y="10264300"/>
            <a:ext cx="7267200" cy="26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interes 02&gt;&gt;</a:t>
            </a: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/>
          <p:nvPr/>
        </p:nvSpPr>
        <p:spPr>
          <a:xfrm>
            <a:off x="907625" y="1697175"/>
            <a:ext cx="8432700" cy="86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83">
                <a:solidFill>
                  <a:schemeClr val="dk1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Tus intereses fueron una de las claves para sugerirte opciones dentro de las áreas de estudio: </a:t>
            </a: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03 v2&gt;&gt;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04 v2&gt;&gt;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83">
                <a:solidFill>
                  <a:schemeClr val="dk1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Las áreas en las que mostraste mayor afinidad coinciden con el perfil de carreras como:</a:t>
            </a: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03&gt;&gt;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04&gt;&gt;</a:t>
            </a:r>
            <a:endParaRPr sz="22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83">
                <a:solidFill>
                  <a:schemeClr val="dk1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Estas opciones no solo se alinean con tus habilidades, sino también con aquello que te motiva.</a:t>
            </a: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83">
                <a:solidFill>
                  <a:schemeClr val="dk1"/>
                </a:solidFill>
                <a:latin typeface="Public Sans Light"/>
                <a:ea typeface="Public Sans Light"/>
                <a:cs typeface="Public Sans Light"/>
                <a:sym typeface="Public Sans Light"/>
              </a:rPr>
              <a:t>En otras palabras, no se trata solo de lo que podrías hacer bien, sino de lo que realmente despierta tu interés y curiosidad.</a:t>
            </a:r>
            <a:endParaRPr sz="2483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/>
        </p:nvSpPr>
        <p:spPr>
          <a:xfrm>
            <a:off x="923400" y="1038875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01&gt;&gt;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5" name="Google Shape;225;p38"/>
          <p:cNvSpPr txBox="1"/>
          <p:nvPr/>
        </p:nvSpPr>
        <p:spPr>
          <a:xfrm>
            <a:off x="923400" y="444025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01&gt;&gt;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6" name="Google Shape;226;p38"/>
          <p:cNvSpPr txBox="1"/>
          <p:nvPr/>
        </p:nvSpPr>
        <p:spPr>
          <a:xfrm>
            <a:off x="7582650" y="444025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01&gt;&gt;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7" name="Google Shape;227;p38"/>
          <p:cNvSpPr txBox="1"/>
          <p:nvPr/>
        </p:nvSpPr>
        <p:spPr>
          <a:xfrm>
            <a:off x="923400" y="2371125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02&gt;&gt;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8" name="Google Shape;228;p38"/>
          <p:cNvSpPr txBox="1"/>
          <p:nvPr/>
        </p:nvSpPr>
        <p:spPr>
          <a:xfrm>
            <a:off x="923400" y="1776275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02&gt;&gt;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29" name="Google Shape;229;p38"/>
          <p:cNvSpPr txBox="1"/>
          <p:nvPr/>
        </p:nvSpPr>
        <p:spPr>
          <a:xfrm>
            <a:off x="7582650" y="1776275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02&gt;&gt;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0" name="Google Shape;230;p38"/>
          <p:cNvSpPr txBox="1"/>
          <p:nvPr/>
        </p:nvSpPr>
        <p:spPr>
          <a:xfrm>
            <a:off x="923400" y="3773150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03&gt;&gt;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1" name="Google Shape;231;p38"/>
          <p:cNvSpPr txBox="1"/>
          <p:nvPr/>
        </p:nvSpPr>
        <p:spPr>
          <a:xfrm>
            <a:off x="923400" y="317830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03&gt;&gt;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2" name="Google Shape;232;p38"/>
          <p:cNvSpPr txBox="1"/>
          <p:nvPr/>
        </p:nvSpPr>
        <p:spPr>
          <a:xfrm>
            <a:off x="7582500" y="3178300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03&gt;&gt;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3" name="Google Shape;233;p38"/>
          <p:cNvSpPr txBox="1"/>
          <p:nvPr/>
        </p:nvSpPr>
        <p:spPr>
          <a:xfrm>
            <a:off x="923400" y="5288088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04&gt;&gt;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4" name="Google Shape;234;p38"/>
          <p:cNvSpPr txBox="1"/>
          <p:nvPr/>
        </p:nvSpPr>
        <p:spPr>
          <a:xfrm>
            <a:off x="923400" y="469325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04&gt;&gt;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5" name="Google Shape;235;p38"/>
          <p:cNvSpPr txBox="1"/>
          <p:nvPr/>
        </p:nvSpPr>
        <p:spPr>
          <a:xfrm>
            <a:off x="7582500" y="4693250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04&gt;&gt;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6" name="Google Shape;236;p38"/>
          <p:cNvSpPr txBox="1"/>
          <p:nvPr/>
        </p:nvSpPr>
        <p:spPr>
          <a:xfrm>
            <a:off x="923400" y="6859488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05&gt;&gt;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7" name="Google Shape;237;p38"/>
          <p:cNvSpPr txBox="1"/>
          <p:nvPr/>
        </p:nvSpPr>
        <p:spPr>
          <a:xfrm>
            <a:off x="923400" y="626465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05&gt;&gt;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8" name="Google Shape;238;p38"/>
          <p:cNvSpPr txBox="1"/>
          <p:nvPr/>
        </p:nvSpPr>
        <p:spPr>
          <a:xfrm>
            <a:off x="7582500" y="6264650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05&gt;&gt;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39" name="Google Shape;239;p38"/>
          <p:cNvSpPr txBox="1"/>
          <p:nvPr/>
        </p:nvSpPr>
        <p:spPr>
          <a:xfrm>
            <a:off x="923400" y="8459113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06&gt;&gt;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0" name="Google Shape;240;p38"/>
          <p:cNvSpPr txBox="1"/>
          <p:nvPr/>
        </p:nvSpPr>
        <p:spPr>
          <a:xfrm>
            <a:off x="923400" y="7864275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06&gt;&gt;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1" name="Google Shape;241;p38"/>
          <p:cNvSpPr txBox="1"/>
          <p:nvPr/>
        </p:nvSpPr>
        <p:spPr>
          <a:xfrm>
            <a:off x="7582650" y="7864275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06&gt;&gt;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2" name="Google Shape;242;p38"/>
          <p:cNvSpPr txBox="1"/>
          <p:nvPr/>
        </p:nvSpPr>
        <p:spPr>
          <a:xfrm>
            <a:off x="923400" y="10058750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07&gt;&gt;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3" name="Google Shape;243;p38"/>
          <p:cNvSpPr txBox="1"/>
          <p:nvPr/>
        </p:nvSpPr>
        <p:spPr>
          <a:xfrm>
            <a:off x="923400" y="946390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07&gt;&gt;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4" name="Google Shape;244;p38"/>
          <p:cNvSpPr txBox="1"/>
          <p:nvPr/>
        </p:nvSpPr>
        <p:spPr>
          <a:xfrm>
            <a:off x="7582500" y="9463900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07&gt;&gt;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5" name="Google Shape;245;p38"/>
          <p:cNvSpPr txBox="1"/>
          <p:nvPr/>
        </p:nvSpPr>
        <p:spPr>
          <a:xfrm>
            <a:off x="923400" y="11553250"/>
            <a:ext cx="84402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&lt;&lt;URL Gardner 08&gt;&gt;</a:t>
            </a:r>
            <a:endParaRPr sz="2600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6" name="Google Shape;246;p38"/>
          <p:cNvSpPr txBox="1"/>
          <p:nvPr/>
        </p:nvSpPr>
        <p:spPr>
          <a:xfrm>
            <a:off x="923400" y="10958400"/>
            <a:ext cx="5594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08&gt;&gt;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47" name="Google Shape;247;p38"/>
          <p:cNvSpPr txBox="1"/>
          <p:nvPr/>
        </p:nvSpPr>
        <p:spPr>
          <a:xfrm>
            <a:off x="7582500" y="10958400"/>
            <a:ext cx="1781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>
                <a:solidFill>
                  <a:srgbClr val="434343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08&gt;&gt;</a:t>
            </a:r>
            <a:endParaRPr sz="2600" b="1">
              <a:solidFill>
                <a:srgbClr val="434343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/>
        </p:nvSpPr>
        <p:spPr>
          <a:xfrm>
            <a:off x="1490300" y="1690925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01&gt;&gt;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3" name="Google Shape;253;p39"/>
          <p:cNvSpPr txBox="1"/>
          <p:nvPr/>
        </p:nvSpPr>
        <p:spPr>
          <a:xfrm>
            <a:off x="6427775" y="3233789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01&gt;&gt;</a:t>
            </a:r>
            <a:endParaRPr sz="3000" b="1" i="1" dirty="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4" name="Google Shape;254;p39"/>
          <p:cNvSpPr txBox="1"/>
          <p:nvPr/>
        </p:nvSpPr>
        <p:spPr>
          <a:xfrm>
            <a:off x="1457250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01&gt;&gt;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255" name="Google Shape;255;p39"/>
          <p:cNvSpPr txBox="1"/>
          <p:nvPr/>
        </p:nvSpPr>
        <p:spPr>
          <a:xfrm>
            <a:off x="1490300" y="10073800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02&gt;&gt;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6" name="Google Shape;256;p39"/>
          <p:cNvSpPr txBox="1"/>
          <p:nvPr/>
        </p:nvSpPr>
        <p:spPr>
          <a:xfrm>
            <a:off x="6427775" y="11620714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02&gt;&gt;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57" name="Google Shape;257;p39"/>
          <p:cNvSpPr txBox="1"/>
          <p:nvPr/>
        </p:nvSpPr>
        <p:spPr>
          <a:xfrm>
            <a:off x="1457250" y="12715800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02&gt;&gt;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/>
          <p:nvPr/>
        </p:nvSpPr>
        <p:spPr>
          <a:xfrm>
            <a:off x="1490300" y="1614725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03&gt;&gt;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3" name="Google Shape;263;p40"/>
          <p:cNvSpPr txBox="1"/>
          <p:nvPr/>
        </p:nvSpPr>
        <p:spPr>
          <a:xfrm>
            <a:off x="6427775" y="3233789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03&gt;&gt;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4" name="Google Shape;264;p40"/>
          <p:cNvSpPr txBox="1"/>
          <p:nvPr/>
        </p:nvSpPr>
        <p:spPr>
          <a:xfrm>
            <a:off x="1457250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03&gt;&gt;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265" name="Google Shape;265;p40"/>
          <p:cNvSpPr txBox="1"/>
          <p:nvPr/>
        </p:nvSpPr>
        <p:spPr>
          <a:xfrm>
            <a:off x="1490300" y="10073800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04&gt;&gt;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6" name="Google Shape;266;p40"/>
          <p:cNvSpPr txBox="1"/>
          <p:nvPr/>
        </p:nvSpPr>
        <p:spPr>
          <a:xfrm>
            <a:off x="6427775" y="11620714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04&gt;&gt;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67" name="Google Shape;267;p40"/>
          <p:cNvSpPr txBox="1"/>
          <p:nvPr/>
        </p:nvSpPr>
        <p:spPr>
          <a:xfrm>
            <a:off x="1457250" y="12715800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04&gt;&gt;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/>
        </p:nvSpPr>
        <p:spPr>
          <a:xfrm>
            <a:off x="1490300" y="1614725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05&gt;&gt;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3" name="Google Shape;273;p41"/>
          <p:cNvSpPr txBox="1"/>
          <p:nvPr/>
        </p:nvSpPr>
        <p:spPr>
          <a:xfrm>
            <a:off x="6427775" y="3233789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05&gt;&gt;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4" name="Google Shape;274;p41"/>
          <p:cNvSpPr txBox="1"/>
          <p:nvPr/>
        </p:nvSpPr>
        <p:spPr>
          <a:xfrm>
            <a:off x="1457250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05&gt;&gt;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275" name="Google Shape;275;p41"/>
          <p:cNvSpPr txBox="1"/>
          <p:nvPr/>
        </p:nvSpPr>
        <p:spPr>
          <a:xfrm>
            <a:off x="1490300" y="10073800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06&gt;&gt;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6" name="Google Shape;276;p41"/>
          <p:cNvSpPr txBox="1"/>
          <p:nvPr/>
        </p:nvSpPr>
        <p:spPr>
          <a:xfrm>
            <a:off x="6427775" y="11620714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06&gt;&gt;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77" name="Google Shape;277;p41"/>
          <p:cNvSpPr txBox="1"/>
          <p:nvPr/>
        </p:nvSpPr>
        <p:spPr>
          <a:xfrm>
            <a:off x="1457250" y="12715800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06&gt;&gt;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2"/>
          <p:cNvSpPr txBox="1"/>
          <p:nvPr/>
        </p:nvSpPr>
        <p:spPr>
          <a:xfrm>
            <a:off x="1490300" y="1614725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07&gt;&gt;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3" name="Google Shape;283;p42"/>
          <p:cNvSpPr txBox="1"/>
          <p:nvPr/>
        </p:nvSpPr>
        <p:spPr>
          <a:xfrm>
            <a:off x="6427775" y="3233789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07&gt;&gt;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4" name="Google Shape;284;p42"/>
          <p:cNvSpPr txBox="1"/>
          <p:nvPr/>
        </p:nvSpPr>
        <p:spPr>
          <a:xfrm>
            <a:off x="1457250" y="4256725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07&gt;&gt;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  <p:sp>
        <p:nvSpPr>
          <p:cNvPr id="285" name="Google Shape;285;p42"/>
          <p:cNvSpPr txBox="1"/>
          <p:nvPr/>
        </p:nvSpPr>
        <p:spPr>
          <a:xfrm>
            <a:off x="1490300" y="10073800"/>
            <a:ext cx="55140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&lt;&lt;Gardner 08&gt;&gt;</a:t>
            </a:r>
            <a:endParaRPr sz="30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6" name="Google Shape;286;p42"/>
          <p:cNvSpPr txBox="1"/>
          <p:nvPr/>
        </p:nvSpPr>
        <p:spPr>
          <a:xfrm>
            <a:off x="6427775" y="11620714"/>
            <a:ext cx="25011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i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&lt;&lt;% Gardner 08&gt;&gt;</a:t>
            </a:r>
            <a:endParaRPr sz="3000" b="1" i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287" name="Google Shape;287;p42"/>
          <p:cNvSpPr txBox="1"/>
          <p:nvPr/>
        </p:nvSpPr>
        <p:spPr>
          <a:xfrm>
            <a:off x="1457250" y="12715800"/>
            <a:ext cx="7232400" cy="41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Gardner 08&gt;&gt;</a:t>
            </a:r>
            <a:endParaRPr sz="2600">
              <a:solidFill>
                <a:schemeClr val="dk1"/>
              </a:solidFill>
              <a:latin typeface="Public Sans Light"/>
              <a:ea typeface="Public Sans Light"/>
              <a:cs typeface="Public Sans Light"/>
              <a:sym typeface="Public Sans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3"/>
          <p:cNvSpPr txBox="1"/>
          <p:nvPr/>
        </p:nvSpPr>
        <p:spPr>
          <a:xfrm>
            <a:off x="966125" y="2735425"/>
            <a:ext cx="84066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83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01 v2&gt;&gt;</a:t>
            </a:r>
            <a:endParaRPr sz="3483" dirty="0">
              <a:solidFill>
                <a:schemeClr val="dk2"/>
              </a:solidFill>
            </a:endParaRPr>
          </a:p>
        </p:txBody>
      </p:sp>
      <p:sp>
        <p:nvSpPr>
          <p:cNvPr id="293" name="Google Shape;293;p43"/>
          <p:cNvSpPr txBox="1"/>
          <p:nvPr/>
        </p:nvSpPr>
        <p:spPr>
          <a:xfrm>
            <a:off x="966125" y="3434675"/>
            <a:ext cx="84066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83" b="1" dirty="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&lt;&lt;AE Carrera 02 v2&gt;&gt;</a:t>
            </a:r>
            <a:endParaRPr sz="3483" dirty="0">
              <a:solidFill>
                <a:schemeClr val="dk2"/>
              </a:solidFill>
            </a:endParaRPr>
          </a:p>
        </p:txBody>
      </p:sp>
      <p:sp>
        <p:nvSpPr>
          <p:cNvPr id="294" name="Google Shape;294;p43"/>
          <p:cNvSpPr txBox="1"/>
          <p:nvPr/>
        </p:nvSpPr>
        <p:spPr>
          <a:xfrm>
            <a:off x="966125" y="5299150"/>
            <a:ext cx="84066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83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01&gt;&gt;</a:t>
            </a:r>
            <a:endParaRPr sz="3483">
              <a:solidFill>
                <a:schemeClr val="dk2"/>
              </a:solidFill>
            </a:endParaRPr>
          </a:p>
        </p:txBody>
      </p:sp>
      <p:sp>
        <p:nvSpPr>
          <p:cNvPr id="295" name="Google Shape;295;p43"/>
          <p:cNvSpPr txBox="1"/>
          <p:nvPr/>
        </p:nvSpPr>
        <p:spPr>
          <a:xfrm>
            <a:off x="966125" y="6130050"/>
            <a:ext cx="8406600" cy="5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83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&lt;&lt;Carrera 02&gt;&gt;</a:t>
            </a:r>
            <a:endParaRPr sz="3483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5"/>
          <p:cNvSpPr txBox="1"/>
          <p:nvPr/>
        </p:nvSpPr>
        <p:spPr>
          <a:xfrm>
            <a:off x="966125" y="6659150"/>
            <a:ext cx="8406600" cy="51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Gest_Temp 01&gt;&gt;</a:t>
            </a:r>
            <a:endParaRPr sz="241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05" name="Google Shape;305;p45"/>
          <p:cNvSpPr txBox="1"/>
          <p:nvPr/>
        </p:nvSpPr>
        <p:spPr>
          <a:xfrm>
            <a:off x="966125" y="13293225"/>
            <a:ext cx="8406600" cy="4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Gest_Temp 02&gt;&gt;</a:t>
            </a:r>
            <a:endParaRPr sz="24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"/>
          <p:cNvSpPr txBox="1"/>
          <p:nvPr/>
        </p:nvSpPr>
        <p:spPr>
          <a:xfrm>
            <a:off x="966125" y="6659150"/>
            <a:ext cx="8406600" cy="51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Persev 01&gt;&gt;</a:t>
            </a:r>
            <a:endParaRPr sz="241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1" name="Google Shape;311;p46"/>
          <p:cNvSpPr txBox="1"/>
          <p:nvPr/>
        </p:nvSpPr>
        <p:spPr>
          <a:xfrm>
            <a:off x="966125" y="13293225"/>
            <a:ext cx="8406600" cy="4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Persev 02&gt;&gt;</a:t>
            </a:r>
            <a:endParaRPr sz="24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7"/>
          <p:cNvSpPr txBox="1"/>
          <p:nvPr/>
        </p:nvSpPr>
        <p:spPr>
          <a:xfrm>
            <a:off x="966125" y="6659150"/>
            <a:ext cx="8406600" cy="51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Hab_est 01&gt;&gt;</a:t>
            </a:r>
            <a:endParaRPr sz="241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17" name="Google Shape;317;p47"/>
          <p:cNvSpPr txBox="1"/>
          <p:nvPr/>
        </p:nvSpPr>
        <p:spPr>
          <a:xfrm>
            <a:off x="966125" y="13293225"/>
            <a:ext cx="8406600" cy="4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Hab_est 02&gt;&gt;</a:t>
            </a:r>
            <a:endParaRPr sz="24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8"/>
          <p:cNvSpPr txBox="1"/>
          <p:nvPr/>
        </p:nvSpPr>
        <p:spPr>
          <a:xfrm>
            <a:off x="966125" y="6659150"/>
            <a:ext cx="8406600" cy="51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2400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IE 01&gt;&gt;</a:t>
            </a:r>
            <a:endParaRPr sz="241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23" name="Google Shape;323;p48"/>
          <p:cNvSpPr txBox="1"/>
          <p:nvPr/>
        </p:nvSpPr>
        <p:spPr>
          <a:xfrm>
            <a:off x="966125" y="13293225"/>
            <a:ext cx="8406600" cy="40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Public Sans"/>
                <a:ea typeface="Public Sans"/>
                <a:cs typeface="Public Sans"/>
                <a:sym typeface="Public Sans"/>
              </a:rPr>
              <a:t>&lt;&lt;DESC IE 02&gt;&gt;</a:t>
            </a:r>
            <a:endParaRPr sz="2400" b="1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0"/>
          <p:cNvSpPr txBox="1"/>
          <p:nvPr/>
        </p:nvSpPr>
        <p:spPr>
          <a:xfrm>
            <a:off x="1454150" y="12785750"/>
            <a:ext cx="7232400" cy="41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&lt;&lt;DESC Verbal&gt;&gt;</a:t>
            </a:r>
            <a:endParaRPr sz="26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cxnSp>
        <p:nvCxnSpPr>
          <p:cNvPr id="333" name="Google Shape;333;p50"/>
          <p:cNvCxnSpPr/>
          <p:nvPr/>
        </p:nvCxnSpPr>
        <p:spPr>
          <a:xfrm>
            <a:off x="1518125" y="17315325"/>
            <a:ext cx="7173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4" name="Google Shape;334;p50"/>
          <p:cNvSpPr txBox="1"/>
          <p:nvPr/>
        </p:nvSpPr>
        <p:spPr>
          <a:xfrm>
            <a:off x="1460275" y="11802175"/>
            <a:ext cx="7232400" cy="6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&lt;&lt;Nivel Verbal&gt;&gt;</a:t>
            </a:r>
            <a:endParaRPr sz="30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1"/>
          <p:cNvSpPr txBox="1"/>
          <p:nvPr/>
        </p:nvSpPr>
        <p:spPr>
          <a:xfrm>
            <a:off x="1460263" y="12758350"/>
            <a:ext cx="7232400" cy="41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&lt;&lt;DESC Abstracto&gt;&gt;</a:t>
            </a:r>
            <a:endParaRPr sz="26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cxnSp>
        <p:nvCxnSpPr>
          <p:cNvPr id="340" name="Google Shape;340;p51"/>
          <p:cNvCxnSpPr/>
          <p:nvPr/>
        </p:nvCxnSpPr>
        <p:spPr>
          <a:xfrm>
            <a:off x="1524238" y="17287925"/>
            <a:ext cx="7173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1" name="Google Shape;341;p51"/>
          <p:cNvSpPr txBox="1"/>
          <p:nvPr/>
        </p:nvSpPr>
        <p:spPr>
          <a:xfrm>
            <a:off x="1454150" y="4352650"/>
            <a:ext cx="7232400" cy="41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&lt;&lt;DESC Numérico&gt;&gt;</a:t>
            </a:r>
            <a:endParaRPr sz="2600">
              <a:solidFill>
                <a:schemeClr val="dk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cxnSp>
        <p:nvCxnSpPr>
          <p:cNvPr id="342" name="Google Shape;342;p51"/>
          <p:cNvCxnSpPr/>
          <p:nvPr/>
        </p:nvCxnSpPr>
        <p:spPr>
          <a:xfrm>
            <a:off x="1518125" y="8882225"/>
            <a:ext cx="7173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3" name="Google Shape;343;p51"/>
          <p:cNvSpPr txBox="1"/>
          <p:nvPr/>
        </p:nvSpPr>
        <p:spPr>
          <a:xfrm>
            <a:off x="1460275" y="3369075"/>
            <a:ext cx="7232400" cy="6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&lt;&lt;Nivel Numérico&gt;&gt;</a:t>
            </a:r>
            <a:endParaRPr sz="30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44" name="Google Shape;344;p51"/>
          <p:cNvSpPr txBox="1"/>
          <p:nvPr/>
        </p:nvSpPr>
        <p:spPr>
          <a:xfrm>
            <a:off x="1460275" y="11774775"/>
            <a:ext cx="7232400" cy="6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&lt;&lt;Nivel Abstracto&gt;&gt;</a:t>
            </a:r>
            <a:endParaRPr sz="3000" b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2"/>
          <p:cNvSpPr txBox="1"/>
          <p:nvPr/>
        </p:nvSpPr>
        <p:spPr>
          <a:xfrm>
            <a:off x="852657" y="1832150"/>
            <a:ext cx="83574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610" i="1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&lt;&lt;Balance cognitivas&gt;&gt;</a:t>
            </a:r>
            <a:endParaRPr sz="2610" i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2610" i="1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350" name="Google Shape;350;p52"/>
          <p:cNvSpPr txBox="1"/>
          <p:nvPr/>
        </p:nvSpPr>
        <p:spPr>
          <a:xfrm>
            <a:off x="852657" y="3025950"/>
            <a:ext cx="8357400" cy="6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241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rPr>
              <a:t>&lt;&lt;DESC Balance&gt;&gt;</a:t>
            </a:r>
            <a:endParaRPr sz="241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2410">
              <a:solidFill>
                <a:schemeClr val="dk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5"/>
          <p:cNvSpPr txBox="1"/>
          <p:nvPr/>
        </p:nvSpPr>
        <p:spPr>
          <a:xfrm>
            <a:off x="3205050" y="11860431"/>
            <a:ext cx="3876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83"/>
              <a:buFont typeface="Arial"/>
              <a:buNone/>
            </a:pPr>
            <a:r>
              <a:rPr lang="en" sz="3483" b="1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Responder</a:t>
            </a:r>
            <a:endParaRPr sz="3483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</Words>
  <Application>Microsoft Office PowerPoint</Application>
  <PresentationFormat>Custom</PresentationFormat>
  <Paragraphs>148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Archivo</vt:lpstr>
      <vt:lpstr>Archivo Light</vt:lpstr>
      <vt:lpstr>Public Sans Light</vt:lpstr>
      <vt:lpstr>Public Sans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juani vila bach</cp:lastModifiedBy>
  <cp:revision>1</cp:revision>
  <dcterms:modified xsi:type="dcterms:W3CDTF">2026-03-26T15:07:24Z</dcterms:modified>
</cp:coreProperties>
</file>