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0287000" cy="18288000"/>
  <p:notesSz cx="6858000" cy="9144000"/>
  <p:embeddedFontLst>
    <p:embeddedFont>
      <p:font typeface="Archivo" panose="020B060402020202020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2909" y="106"/>
      </p:cViewPr>
      <p:guideLst>
        <p:guide orient="horz" pos="5760"/>
        <p:guide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5085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  <a:lvl2pPr lvl="1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5085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5085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50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Char char="●"/>
              <a:defRPr sz="3500">
                <a:solidFill>
                  <a:schemeClr val="dk2"/>
                </a:solidFill>
              </a:defRPr>
            </a:lvl1pPr>
            <a:lvl2pPr marL="914400" lvl="1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2pPr>
            <a:lvl3pPr marL="1371600" lvl="2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3pPr>
            <a:lvl4pPr marL="1828800" lvl="3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4pPr>
            <a:lvl5pPr marL="2286000" lvl="4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5pPr>
            <a:lvl6pPr marL="2743200" lvl="5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6pPr>
            <a:lvl7pPr marL="3200400" lvl="6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7pPr>
            <a:lvl8pPr marL="3657600" lvl="7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8pPr>
            <a:lvl9pPr marL="4114800" lvl="8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54;p13">
            <a:extLst>
              <a:ext uri="{FF2B5EF4-FFF2-40B4-BE49-F238E27FC236}">
                <a16:creationId xmlns:a16="http://schemas.microsoft.com/office/drawing/2014/main" id="{5E1C0923-CD54-AE6C-0D24-AAB9AE9E373C}"/>
              </a:ext>
            </a:extLst>
          </p:cNvPr>
          <p:cNvSpPr txBox="1"/>
          <p:nvPr/>
        </p:nvSpPr>
        <p:spPr>
          <a:xfrm>
            <a:off x="6281925" y="8419525"/>
            <a:ext cx="3045600" cy="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&lt;&lt;nom_2&gt;&gt;</a:t>
            </a:r>
            <a:endParaRPr sz="20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" name="Google Shape;55;p13">
            <a:extLst>
              <a:ext uri="{FF2B5EF4-FFF2-40B4-BE49-F238E27FC236}">
                <a16:creationId xmlns:a16="http://schemas.microsoft.com/office/drawing/2014/main" id="{9E196D73-2CA9-1699-149F-8D0D5DE6C058}"/>
              </a:ext>
            </a:extLst>
          </p:cNvPr>
          <p:cNvSpPr txBox="1"/>
          <p:nvPr/>
        </p:nvSpPr>
        <p:spPr>
          <a:xfrm>
            <a:off x="905475" y="5538749"/>
            <a:ext cx="3045600" cy="25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80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&lt;&lt;por_1&gt;&gt;</a:t>
            </a:r>
            <a:endParaRPr sz="80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" name="Google Shape;56;p13">
            <a:extLst>
              <a:ext uri="{FF2B5EF4-FFF2-40B4-BE49-F238E27FC236}">
                <a16:creationId xmlns:a16="http://schemas.microsoft.com/office/drawing/2014/main" id="{0B621FD0-34DF-FE95-A1EB-F389C5571AA9}"/>
              </a:ext>
            </a:extLst>
          </p:cNvPr>
          <p:cNvSpPr txBox="1"/>
          <p:nvPr/>
        </p:nvSpPr>
        <p:spPr>
          <a:xfrm>
            <a:off x="1001400" y="14326650"/>
            <a:ext cx="3045600" cy="2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&lt;&lt;por_3&gt;&gt;</a:t>
            </a:r>
            <a:endParaRPr sz="80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" name="Google Shape;57;p13">
            <a:extLst>
              <a:ext uri="{FF2B5EF4-FFF2-40B4-BE49-F238E27FC236}">
                <a16:creationId xmlns:a16="http://schemas.microsoft.com/office/drawing/2014/main" id="{928E8DB1-76F7-549F-6BA0-6148A6521779}"/>
              </a:ext>
            </a:extLst>
          </p:cNvPr>
          <p:cNvSpPr txBox="1"/>
          <p:nvPr/>
        </p:nvSpPr>
        <p:spPr>
          <a:xfrm>
            <a:off x="1001400" y="13315725"/>
            <a:ext cx="4329300" cy="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&lt;&lt;nom_3&gt;&gt;</a:t>
            </a:r>
            <a:endParaRPr sz="20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" name="Google Shape;58;p13">
            <a:extLst>
              <a:ext uri="{FF2B5EF4-FFF2-40B4-BE49-F238E27FC236}">
                <a16:creationId xmlns:a16="http://schemas.microsoft.com/office/drawing/2014/main" id="{72C64783-8DD8-B85B-25B8-3F83BB73370A}"/>
              </a:ext>
            </a:extLst>
          </p:cNvPr>
          <p:cNvSpPr txBox="1"/>
          <p:nvPr/>
        </p:nvSpPr>
        <p:spPr>
          <a:xfrm>
            <a:off x="6281925" y="9494796"/>
            <a:ext cx="3045600" cy="2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&lt;&lt;por_2&gt;&gt;</a:t>
            </a:r>
            <a:endParaRPr sz="80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" name="Google Shape;59;p13">
            <a:extLst>
              <a:ext uri="{FF2B5EF4-FFF2-40B4-BE49-F238E27FC236}">
                <a16:creationId xmlns:a16="http://schemas.microsoft.com/office/drawing/2014/main" id="{BE150222-FA59-21A4-974A-E4B9AC5CBE6F}"/>
              </a:ext>
            </a:extLst>
          </p:cNvPr>
          <p:cNvSpPr txBox="1"/>
          <p:nvPr/>
        </p:nvSpPr>
        <p:spPr>
          <a:xfrm>
            <a:off x="905475" y="5162575"/>
            <a:ext cx="3045600" cy="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&lt;&lt;nom_1&gt;&gt;</a:t>
            </a:r>
            <a:endParaRPr sz="20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Archivo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2</cp:revision>
  <dcterms:modified xsi:type="dcterms:W3CDTF">2026-09-24T19:49:01Z</dcterms:modified>
</cp:coreProperties>
</file>