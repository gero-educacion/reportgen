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3"/>
  </p:notesMasterIdLst>
  <p:sldIdLst>
    <p:sldId id="256" r:id="rId2"/>
  </p:sldIdLst>
  <p:sldSz cx="10287000" cy="18288000"/>
  <p:notesSz cx="6858000" cy="9144000"/>
  <p:embeddedFontLst>
    <p:embeddedFont>
      <p:font typeface="Archivo" panose="020B0604020202020204" charset="0"/>
      <p:regular r:id="rId4"/>
      <p:bold r:id="rId5"/>
      <p:italic r:id="rId6"/>
      <p:boldItalic r:id="rId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760">
          <p15:clr>
            <a:srgbClr val="747775"/>
          </p15:clr>
        </p15:guide>
        <p15:guide id="2" pos="324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29" d="100"/>
          <a:sy n="29" d="100"/>
        </p:scale>
        <p:origin x="2909" y="106"/>
      </p:cViewPr>
      <p:guideLst>
        <p:guide orient="horz" pos="5760"/>
        <p:guide pos="32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notesMaster" Target="notesMasters/notesMaster1.xml"/><Relationship Id="rId7" Type="http://schemas.openxmlformats.org/officeDocument/2006/relationships/font" Target="fonts/font4.fntdata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tableStyles" Target="tableStyles.xml"/><Relationship Id="rId5" Type="http://schemas.openxmlformats.org/officeDocument/2006/relationships/font" Target="fonts/font2.fntdata"/><Relationship Id="rId10" Type="http://schemas.openxmlformats.org/officeDocument/2006/relationships/theme" Target="theme/theme1.xml"/><Relationship Id="rId4" Type="http://schemas.openxmlformats.org/officeDocument/2006/relationships/font" Target="fonts/font1.fntdata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2464919" y="685800"/>
            <a:ext cx="19287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2465388" y="685800"/>
            <a:ext cx="1928812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50672" y="2647378"/>
            <a:ext cx="9585600" cy="72981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1pPr>
            <a:lvl2pPr lvl="1" algn="ctr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2pPr>
            <a:lvl3pPr lvl="2" algn="ctr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3pPr>
            <a:lvl4pPr lvl="3" algn="ctr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4pPr>
            <a:lvl5pPr lvl="4" algn="ctr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5pPr>
            <a:lvl6pPr lvl="5" algn="ctr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6pPr>
            <a:lvl7pPr lvl="6" algn="ctr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7pPr>
            <a:lvl8pPr lvl="7" algn="ctr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8pPr>
            <a:lvl9pPr lvl="8" algn="ctr">
              <a:spcBef>
                <a:spcPts val="0"/>
              </a:spcBef>
              <a:spcAft>
                <a:spcPts val="0"/>
              </a:spcAft>
              <a:buSzPts val="10100"/>
              <a:buNone/>
              <a:defRPr sz="101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50663" y="10076889"/>
            <a:ext cx="9585600" cy="28182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50663" y="7647467"/>
            <a:ext cx="9585600" cy="29931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1pPr>
            <a:lvl2pPr lvl="1" algn="ctr"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2pPr>
            <a:lvl3pPr lvl="2" algn="ctr"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3pPr>
            <a:lvl4pPr lvl="3" algn="ctr"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4pPr>
            <a:lvl5pPr lvl="4" algn="ctr"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5pPr>
            <a:lvl6pPr lvl="5" algn="ctr"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6pPr>
            <a:lvl7pPr lvl="6" algn="ctr"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7pPr>
            <a:lvl8pPr lvl="7" algn="ctr"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8pPr>
            <a:lvl9pPr lvl="8" algn="ctr">
              <a:spcBef>
                <a:spcPts val="0"/>
              </a:spcBef>
              <a:spcAft>
                <a:spcPts val="0"/>
              </a:spcAft>
              <a:buSzPts val="7000"/>
              <a:buNone/>
              <a:defRPr sz="70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50850">
              <a:spcBef>
                <a:spcPts val="0"/>
              </a:spcBef>
              <a:spcAft>
                <a:spcPts val="0"/>
              </a:spcAft>
              <a:buSzPts val="3500"/>
              <a:buChar char="●"/>
              <a:defRPr/>
            </a:lvl1pPr>
            <a:lvl2pPr marL="914400" lvl="1" indent="-400050">
              <a:spcBef>
                <a:spcPts val="0"/>
              </a:spcBef>
              <a:spcAft>
                <a:spcPts val="0"/>
              </a:spcAft>
              <a:buSzPts val="2700"/>
              <a:buChar char="○"/>
              <a:defRPr/>
            </a:lvl2pPr>
            <a:lvl3pPr marL="1371600" lvl="2" indent="-400050">
              <a:spcBef>
                <a:spcPts val="0"/>
              </a:spcBef>
              <a:spcAft>
                <a:spcPts val="0"/>
              </a:spcAft>
              <a:buSzPts val="2700"/>
              <a:buChar char="■"/>
              <a:defRPr/>
            </a:lvl3pPr>
            <a:lvl4pPr marL="1828800" lvl="3" indent="-400050">
              <a:spcBef>
                <a:spcPts val="0"/>
              </a:spcBef>
              <a:spcAft>
                <a:spcPts val="0"/>
              </a:spcAft>
              <a:buSzPts val="2700"/>
              <a:buChar char="●"/>
              <a:defRPr/>
            </a:lvl4pPr>
            <a:lvl5pPr marL="2286000" lvl="4" indent="-400050">
              <a:spcBef>
                <a:spcPts val="0"/>
              </a:spcBef>
              <a:spcAft>
                <a:spcPts val="0"/>
              </a:spcAft>
              <a:buSzPts val="2700"/>
              <a:buChar char="○"/>
              <a:defRPr/>
            </a:lvl5pPr>
            <a:lvl6pPr marL="2743200" lvl="5" indent="-400050">
              <a:spcBef>
                <a:spcPts val="0"/>
              </a:spcBef>
              <a:spcAft>
                <a:spcPts val="0"/>
              </a:spcAft>
              <a:buSzPts val="2700"/>
              <a:buChar char="■"/>
              <a:defRPr/>
            </a:lvl6pPr>
            <a:lvl7pPr marL="3200400" lvl="6" indent="-400050">
              <a:spcBef>
                <a:spcPts val="0"/>
              </a:spcBef>
              <a:spcAft>
                <a:spcPts val="0"/>
              </a:spcAft>
              <a:buSzPts val="2700"/>
              <a:buChar char="●"/>
              <a:defRPr/>
            </a:lvl7pPr>
            <a:lvl8pPr marL="3657600" lvl="7" indent="-400050">
              <a:spcBef>
                <a:spcPts val="0"/>
              </a:spcBef>
              <a:spcAft>
                <a:spcPts val="0"/>
              </a:spcAft>
              <a:buSzPts val="2700"/>
              <a:buChar char="○"/>
              <a:defRPr/>
            </a:lvl8pPr>
            <a:lvl9pPr marL="4114800" lvl="8" indent="-400050">
              <a:spcBef>
                <a:spcPts val="0"/>
              </a:spcBef>
              <a:spcAft>
                <a:spcPts val="0"/>
              </a:spcAft>
              <a:buSzPts val="27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45000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00050">
              <a:spcBef>
                <a:spcPts val="0"/>
              </a:spcBef>
              <a:spcAft>
                <a:spcPts val="0"/>
              </a:spcAft>
              <a:buSzPts val="2700"/>
              <a:buChar char="●"/>
              <a:defRPr sz="2700"/>
            </a:lvl1pPr>
            <a:lvl2pPr marL="914400" lvl="1" indent="-374650"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/>
            </a:lvl2pPr>
            <a:lvl3pPr marL="1371600" lvl="2" indent="-374650"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/>
            </a:lvl3pPr>
            <a:lvl4pPr marL="1828800" lvl="3" indent="-374650">
              <a:spcBef>
                <a:spcPts val="0"/>
              </a:spcBef>
              <a:spcAft>
                <a:spcPts val="0"/>
              </a:spcAft>
              <a:buSzPts val="2300"/>
              <a:buChar char="●"/>
              <a:defRPr sz="2300"/>
            </a:lvl4pPr>
            <a:lvl5pPr marL="2286000" lvl="4" indent="-374650"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/>
            </a:lvl5pPr>
            <a:lvl6pPr marL="2743200" lvl="5" indent="-374650"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/>
            </a:lvl6pPr>
            <a:lvl7pPr marL="3200400" lvl="6" indent="-374650">
              <a:spcBef>
                <a:spcPts val="0"/>
              </a:spcBef>
              <a:spcAft>
                <a:spcPts val="0"/>
              </a:spcAft>
              <a:buSzPts val="2300"/>
              <a:buChar char="●"/>
              <a:defRPr sz="2300"/>
            </a:lvl7pPr>
            <a:lvl8pPr marL="3657600" lvl="7" indent="-374650"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/>
            </a:lvl8pPr>
            <a:lvl9pPr marL="4114800" lvl="8" indent="-374650"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5436450" y="4097689"/>
            <a:ext cx="4500000" cy="121473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00050">
              <a:spcBef>
                <a:spcPts val="0"/>
              </a:spcBef>
              <a:spcAft>
                <a:spcPts val="0"/>
              </a:spcAft>
              <a:buSzPts val="2700"/>
              <a:buChar char="●"/>
              <a:defRPr sz="2700"/>
            </a:lvl1pPr>
            <a:lvl2pPr marL="914400" lvl="1" indent="-374650"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/>
            </a:lvl2pPr>
            <a:lvl3pPr marL="1371600" lvl="2" indent="-374650"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/>
            </a:lvl3pPr>
            <a:lvl4pPr marL="1828800" lvl="3" indent="-374650">
              <a:spcBef>
                <a:spcPts val="0"/>
              </a:spcBef>
              <a:spcAft>
                <a:spcPts val="0"/>
              </a:spcAft>
              <a:buSzPts val="2300"/>
              <a:buChar char="●"/>
              <a:defRPr sz="2300"/>
            </a:lvl4pPr>
            <a:lvl5pPr marL="2286000" lvl="4" indent="-374650"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/>
            </a:lvl5pPr>
            <a:lvl6pPr marL="2743200" lvl="5" indent="-374650"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/>
            </a:lvl6pPr>
            <a:lvl7pPr marL="3200400" lvl="6" indent="-374650">
              <a:spcBef>
                <a:spcPts val="0"/>
              </a:spcBef>
              <a:spcAft>
                <a:spcPts val="0"/>
              </a:spcAft>
              <a:buSzPts val="2300"/>
              <a:buChar char="●"/>
              <a:defRPr sz="2300"/>
            </a:lvl7pPr>
            <a:lvl8pPr marL="3657600" lvl="7" indent="-374650"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/>
            </a:lvl8pPr>
            <a:lvl9pPr marL="4114800" lvl="8" indent="-374650"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5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50663" y="1975467"/>
            <a:ext cx="3159000" cy="26868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1pPr>
            <a:lvl2pPr lvl="1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2pPr>
            <a:lvl3pPr lvl="2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3pPr>
            <a:lvl4pPr lvl="3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4pPr>
            <a:lvl5pPr lvl="4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5pPr>
            <a:lvl6pPr lvl="5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6pPr>
            <a:lvl7pPr lvl="6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7pPr>
            <a:lvl8pPr lvl="7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8pPr>
            <a:lvl9pPr lvl="8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50663" y="4940800"/>
            <a:ext cx="3159000" cy="113046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374650">
              <a:spcBef>
                <a:spcPts val="0"/>
              </a:spcBef>
              <a:spcAft>
                <a:spcPts val="0"/>
              </a:spcAft>
              <a:buSzPts val="2300"/>
              <a:buChar char="●"/>
              <a:defRPr sz="2300"/>
            </a:lvl1pPr>
            <a:lvl2pPr marL="914400" lvl="1" indent="-374650"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/>
            </a:lvl2pPr>
            <a:lvl3pPr marL="1371600" lvl="2" indent="-374650"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/>
            </a:lvl3pPr>
            <a:lvl4pPr marL="1828800" lvl="3" indent="-374650">
              <a:spcBef>
                <a:spcPts val="0"/>
              </a:spcBef>
              <a:spcAft>
                <a:spcPts val="0"/>
              </a:spcAft>
              <a:buSzPts val="2300"/>
              <a:buChar char="●"/>
              <a:defRPr sz="2300"/>
            </a:lvl4pPr>
            <a:lvl5pPr marL="2286000" lvl="4" indent="-374650"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/>
            </a:lvl5pPr>
            <a:lvl6pPr marL="2743200" lvl="5" indent="-374650"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/>
            </a:lvl6pPr>
            <a:lvl7pPr marL="3200400" lvl="6" indent="-374650">
              <a:spcBef>
                <a:spcPts val="0"/>
              </a:spcBef>
              <a:spcAft>
                <a:spcPts val="0"/>
              </a:spcAft>
              <a:buSzPts val="2300"/>
              <a:buChar char="●"/>
              <a:defRPr sz="2300"/>
            </a:lvl7pPr>
            <a:lvl8pPr marL="3657600" lvl="7" indent="-374650"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/>
            </a:lvl8pPr>
            <a:lvl9pPr marL="4114800" lvl="8" indent="-374650"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551531" y="1600533"/>
            <a:ext cx="7163700" cy="145452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1pPr>
            <a:lvl2pPr lvl="1"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2pPr>
            <a:lvl3pPr lvl="2"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3pPr>
            <a:lvl4pPr lvl="3"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4pPr>
            <a:lvl5pPr lvl="4"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5pPr>
            <a:lvl6pPr lvl="5"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6pPr>
            <a:lvl7pPr lvl="6"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7pPr>
            <a:lvl8pPr lvl="7"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8pPr>
            <a:lvl9pPr lvl="8">
              <a:spcBef>
                <a:spcPts val="0"/>
              </a:spcBef>
              <a:spcAft>
                <a:spcPts val="0"/>
              </a:spcAft>
              <a:buSzPts val="9300"/>
              <a:buNone/>
              <a:defRPr sz="93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5143500" y="-444"/>
            <a:ext cx="5143500" cy="1828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76925" tIns="176925" rIns="176925" bIns="1769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98688" y="4384622"/>
            <a:ext cx="4550700" cy="52704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8100"/>
              <a:buNone/>
              <a:defRPr sz="8100"/>
            </a:lvl1pPr>
            <a:lvl2pPr lvl="1" algn="ctr">
              <a:spcBef>
                <a:spcPts val="0"/>
              </a:spcBef>
              <a:spcAft>
                <a:spcPts val="0"/>
              </a:spcAft>
              <a:buSzPts val="8100"/>
              <a:buNone/>
              <a:defRPr sz="8100"/>
            </a:lvl2pPr>
            <a:lvl3pPr lvl="2" algn="ctr">
              <a:spcBef>
                <a:spcPts val="0"/>
              </a:spcBef>
              <a:spcAft>
                <a:spcPts val="0"/>
              </a:spcAft>
              <a:buSzPts val="8100"/>
              <a:buNone/>
              <a:defRPr sz="8100"/>
            </a:lvl3pPr>
            <a:lvl4pPr lvl="3" algn="ctr">
              <a:spcBef>
                <a:spcPts val="0"/>
              </a:spcBef>
              <a:spcAft>
                <a:spcPts val="0"/>
              </a:spcAft>
              <a:buSzPts val="8100"/>
              <a:buNone/>
              <a:defRPr sz="8100"/>
            </a:lvl4pPr>
            <a:lvl5pPr lvl="4" algn="ctr">
              <a:spcBef>
                <a:spcPts val="0"/>
              </a:spcBef>
              <a:spcAft>
                <a:spcPts val="0"/>
              </a:spcAft>
              <a:buSzPts val="8100"/>
              <a:buNone/>
              <a:defRPr sz="8100"/>
            </a:lvl5pPr>
            <a:lvl6pPr lvl="5" algn="ctr">
              <a:spcBef>
                <a:spcPts val="0"/>
              </a:spcBef>
              <a:spcAft>
                <a:spcPts val="0"/>
              </a:spcAft>
              <a:buSzPts val="8100"/>
              <a:buNone/>
              <a:defRPr sz="8100"/>
            </a:lvl6pPr>
            <a:lvl7pPr lvl="6" algn="ctr">
              <a:spcBef>
                <a:spcPts val="0"/>
              </a:spcBef>
              <a:spcAft>
                <a:spcPts val="0"/>
              </a:spcAft>
              <a:buSzPts val="8100"/>
              <a:buNone/>
              <a:defRPr sz="8100"/>
            </a:lvl7pPr>
            <a:lvl8pPr lvl="7" algn="ctr">
              <a:spcBef>
                <a:spcPts val="0"/>
              </a:spcBef>
              <a:spcAft>
                <a:spcPts val="0"/>
              </a:spcAft>
              <a:buSzPts val="8100"/>
              <a:buNone/>
              <a:defRPr sz="8100"/>
            </a:lvl8pPr>
            <a:lvl9pPr lvl="8" algn="ctr">
              <a:spcBef>
                <a:spcPts val="0"/>
              </a:spcBef>
              <a:spcAft>
                <a:spcPts val="0"/>
              </a:spcAft>
              <a:buSzPts val="8100"/>
              <a:buNone/>
              <a:defRPr sz="81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98688" y="9966489"/>
            <a:ext cx="4550700" cy="43914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100"/>
              <a:buNone/>
              <a:defRPr sz="4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5556938" y="2574489"/>
            <a:ext cx="4316700" cy="131382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marL="457200" lvl="0" indent="-450850">
              <a:spcBef>
                <a:spcPts val="0"/>
              </a:spcBef>
              <a:spcAft>
                <a:spcPts val="0"/>
              </a:spcAft>
              <a:buSzPts val="3500"/>
              <a:buChar char="●"/>
              <a:defRPr/>
            </a:lvl1pPr>
            <a:lvl2pPr marL="914400" lvl="1" indent="-400050">
              <a:spcBef>
                <a:spcPts val="0"/>
              </a:spcBef>
              <a:spcAft>
                <a:spcPts val="0"/>
              </a:spcAft>
              <a:buSzPts val="2700"/>
              <a:buChar char="○"/>
              <a:defRPr/>
            </a:lvl2pPr>
            <a:lvl3pPr marL="1371600" lvl="2" indent="-400050">
              <a:spcBef>
                <a:spcPts val="0"/>
              </a:spcBef>
              <a:spcAft>
                <a:spcPts val="0"/>
              </a:spcAft>
              <a:buSzPts val="2700"/>
              <a:buChar char="■"/>
              <a:defRPr/>
            </a:lvl3pPr>
            <a:lvl4pPr marL="1828800" lvl="3" indent="-400050">
              <a:spcBef>
                <a:spcPts val="0"/>
              </a:spcBef>
              <a:spcAft>
                <a:spcPts val="0"/>
              </a:spcAft>
              <a:buSzPts val="2700"/>
              <a:buChar char="●"/>
              <a:defRPr/>
            </a:lvl4pPr>
            <a:lvl5pPr marL="2286000" lvl="4" indent="-400050">
              <a:spcBef>
                <a:spcPts val="0"/>
              </a:spcBef>
              <a:spcAft>
                <a:spcPts val="0"/>
              </a:spcAft>
              <a:buSzPts val="2700"/>
              <a:buChar char="○"/>
              <a:defRPr/>
            </a:lvl5pPr>
            <a:lvl6pPr marL="2743200" lvl="5" indent="-400050">
              <a:spcBef>
                <a:spcPts val="0"/>
              </a:spcBef>
              <a:spcAft>
                <a:spcPts val="0"/>
              </a:spcAft>
              <a:buSzPts val="2700"/>
              <a:buChar char="■"/>
              <a:defRPr/>
            </a:lvl6pPr>
            <a:lvl7pPr marL="3200400" lvl="6" indent="-400050">
              <a:spcBef>
                <a:spcPts val="0"/>
              </a:spcBef>
              <a:spcAft>
                <a:spcPts val="0"/>
              </a:spcAft>
              <a:buSzPts val="2700"/>
              <a:buChar char="●"/>
              <a:defRPr/>
            </a:lvl7pPr>
            <a:lvl8pPr marL="3657600" lvl="7" indent="-400050">
              <a:spcBef>
                <a:spcPts val="0"/>
              </a:spcBef>
              <a:spcAft>
                <a:spcPts val="0"/>
              </a:spcAft>
              <a:buSzPts val="2700"/>
              <a:buChar char="○"/>
              <a:defRPr/>
            </a:lvl8pPr>
            <a:lvl9pPr marL="4114800" lvl="8" indent="-400050">
              <a:spcBef>
                <a:spcPts val="0"/>
              </a:spcBef>
              <a:spcAft>
                <a:spcPts val="0"/>
              </a:spcAft>
              <a:buSzPts val="27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50663" y="15042044"/>
            <a:ext cx="6748800" cy="21516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50663" y="3932889"/>
            <a:ext cx="9585600" cy="6981300"/>
          </a:xfrm>
          <a:prstGeom prst="rect">
            <a:avLst/>
          </a:prstGeom>
        </p:spPr>
        <p:txBody>
          <a:bodyPr spcFirstLastPara="1" wrap="square" lIns="176925" tIns="176925" rIns="176925" bIns="1769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3200"/>
              <a:buNone/>
              <a:defRPr sz="23200"/>
            </a:lvl1pPr>
            <a:lvl2pPr lvl="1" algn="ctr">
              <a:spcBef>
                <a:spcPts val="0"/>
              </a:spcBef>
              <a:spcAft>
                <a:spcPts val="0"/>
              </a:spcAft>
              <a:buSzPts val="23200"/>
              <a:buNone/>
              <a:defRPr sz="23200"/>
            </a:lvl2pPr>
            <a:lvl3pPr lvl="2" algn="ctr">
              <a:spcBef>
                <a:spcPts val="0"/>
              </a:spcBef>
              <a:spcAft>
                <a:spcPts val="0"/>
              </a:spcAft>
              <a:buSzPts val="23200"/>
              <a:buNone/>
              <a:defRPr sz="23200"/>
            </a:lvl3pPr>
            <a:lvl4pPr lvl="3" algn="ctr">
              <a:spcBef>
                <a:spcPts val="0"/>
              </a:spcBef>
              <a:spcAft>
                <a:spcPts val="0"/>
              </a:spcAft>
              <a:buSzPts val="23200"/>
              <a:buNone/>
              <a:defRPr sz="23200"/>
            </a:lvl4pPr>
            <a:lvl5pPr lvl="4" algn="ctr">
              <a:spcBef>
                <a:spcPts val="0"/>
              </a:spcBef>
              <a:spcAft>
                <a:spcPts val="0"/>
              </a:spcAft>
              <a:buSzPts val="23200"/>
              <a:buNone/>
              <a:defRPr sz="23200"/>
            </a:lvl5pPr>
            <a:lvl6pPr lvl="5" algn="ctr">
              <a:spcBef>
                <a:spcPts val="0"/>
              </a:spcBef>
              <a:spcAft>
                <a:spcPts val="0"/>
              </a:spcAft>
              <a:buSzPts val="23200"/>
              <a:buNone/>
              <a:defRPr sz="23200"/>
            </a:lvl6pPr>
            <a:lvl7pPr lvl="6" algn="ctr">
              <a:spcBef>
                <a:spcPts val="0"/>
              </a:spcBef>
              <a:spcAft>
                <a:spcPts val="0"/>
              </a:spcAft>
              <a:buSzPts val="23200"/>
              <a:buNone/>
              <a:defRPr sz="23200"/>
            </a:lvl7pPr>
            <a:lvl8pPr lvl="7" algn="ctr">
              <a:spcBef>
                <a:spcPts val="0"/>
              </a:spcBef>
              <a:spcAft>
                <a:spcPts val="0"/>
              </a:spcAft>
              <a:buSzPts val="23200"/>
              <a:buNone/>
              <a:defRPr sz="23200"/>
            </a:lvl8pPr>
            <a:lvl9pPr lvl="8" algn="ctr">
              <a:spcBef>
                <a:spcPts val="0"/>
              </a:spcBef>
              <a:spcAft>
                <a:spcPts val="0"/>
              </a:spcAft>
              <a:buSzPts val="23200"/>
              <a:buNone/>
              <a:defRPr sz="232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50663" y="11207911"/>
            <a:ext cx="9585600" cy="4625100"/>
          </a:xfrm>
          <a:prstGeom prst="rect">
            <a:avLst/>
          </a:prstGeom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50850" algn="ctr">
              <a:spcBef>
                <a:spcPts val="0"/>
              </a:spcBef>
              <a:spcAft>
                <a:spcPts val="0"/>
              </a:spcAft>
              <a:buSzPts val="3500"/>
              <a:buChar char="●"/>
              <a:defRPr/>
            </a:lvl1pPr>
            <a:lvl2pPr marL="914400" lvl="1" indent="-400050" algn="ctr">
              <a:spcBef>
                <a:spcPts val="0"/>
              </a:spcBef>
              <a:spcAft>
                <a:spcPts val="0"/>
              </a:spcAft>
              <a:buSzPts val="2700"/>
              <a:buChar char="○"/>
              <a:defRPr/>
            </a:lvl2pPr>
            <a:lvl3pPr marL="1371600" lvl="2" indent="-400050" algn="ctr">
              <a:spcBef>
                <a:spcPts val="0"/>
              </a:spcBef>
              <a:spcAft>
                <a:spcPts val="0"/>
              </a:spcAft>
              <a:buSzPts val="2700"/>
              <a:buChar char="■"/>
              <a:defRPr/>
            </a:lvl3pPr>
            <a:lvl4pPr marL="1828800" lvl="3" indent="-400050" algn="ctr">
              <a:spcBef>
                <a:spcPts val="0"/>
              </a:spcBef>
              <a:spcAft>
                <a:spcPts val="0"/>
              </a:spcAft>
              <a:buSzPts val="2700"/>
              <a:buChar char="●"/>
              <a:defRPr/>
            </a:lvl4pPr>
            <a:lvl5pPr marL="2286000" lvl="4" indent="-400050" algn="ctr">
              <a:spcBef>
                <a:spcPts val="0"/>
              </a:spcBef>
              <a:spcAft>
                <a:spcPts val="0"/>
              </a:spcAft>
              <a:buSzPts val="2700"/>
              <a:buChar char="○"/>
              <a:defRPr/>
            </a:lvl5pPr>
            <a:lvl6pPr marL="2743200" lvl="5" indent="-400050" algn="ctr">
              <a:spcBef>
                <a:spcPts val="0"/>
              </a:spcBef>
              <a:spcAft>
                <a:spcPts val="0"/>
              </a:spcAft>
              <a:buSzPts val="2700"/>
              <a:buChar char="■"/>
              <a:defRPr/>
            </a:lvl6pPr>
            <a:lvl7pPr marL="3200400" lvl="6" indent="-400050" algn="ctr">
              <a:spcBef>
                <a:spcPts val="0"/>
              </a:spcBef>
              <a:spcAft>
                <a:spcPts val="0"/>
              </a:spcAft>
              <a:buSzPts val="2700"/>
              <a:buChar char="●"/>
              <a:defRPr/>
            </a:lvl7pPr>
            <a:lvl8pPr marL="3657600" lvl="7" indent="-400050" algn="ctr">
              <a:spcBef>
                <a:spcPts val="0"/>
              </a:spcBef>
              <a:spcAft>
                <a:spcPts val="0"/>
              </a:spcAft>
              <a:buSzPts val="2700"/>
              <a:buChar char="○"/>
              <a:defRPr/>
            </a:lvl8pPr>
            <a:lvl9pPr marL="4114800" lvl="8" indent="-400050" algn="ctr">
              <a:spcBef>
                <a:spcPts val="0"/>
              </a:spcBef>
              <a:spcAft>
                <a:spcPts val="0"/>
              </a:spcAft>
              <a:buSzPts val="27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50663" y="1582311"/>
            <a:ext cx="9585600" cy="203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None/>
              <a:defRPr sz="54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50663" y="4097689"/>
            <a:ext cx="9585600" cy="1214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t" anchorCtr="0">
            <a:normAutofit/>
          </a:bodyPr>
          <a:lstStyle>
            <a:lvl1pPr marL="457200" lvl="0" indent="-4508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Char char="●"/>
              <a:defRPr sz="3500">
                <a:solidFill>
                  <a:schemeClr val="dk2"/>
                </a:solidFill>
              </a:defRPr>
            </a:lvl1pPr>
            <a:lvl2pPr marL="914400" lvl="1" indent="-4000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Char char="○"/>
              <a:defRPr sz="2700">
                <a:solidFill>
                  <a:schemeClr val="dk2"/>
                </a:solidFill>
              </a:defRPr>
            </a:lvl2pPr>
            <a:lvl3pPr marL="1371600" lvl="2" indent="-4000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Char char="■"/>
              <a:defRPr sz="2700">
                <a:solidFill>
                  <a:schemeClr val="dk2"/>
                </a:solidFill>
              </a:defRPr>
            </a:lvl3pPr>
            <a:lvl4pPr marL="1828800" lvl="3" indent="-4000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Char char="●"/>
              <a:defRPr sz="2700">
                <a:solidFill>
                  <a:schemeClr val="dk2"/>
                </a:solidFill>
              </a:defRPr>
            </a:lvl4pPr>
            <a:lvl5pPr marL="2286000" lvl="4" indent="-4000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Char char="○"/>
              <a:defRPr sz="2700">
                <a:solidFill>
                  <a:schemeClr val="dk2"/>
                </a:solidFill>
              </a:defRPr>
            </a:lvl5pPr>
            <a:lvl6pPr marL="2743200" lvl="5" indent="-4000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Char char="■"/>
              <a:defRPr sz="2700">
                <a:solidFill>
                  <a:schemeClr val="dk2"/>
                </a:solidFill>
              </a:defRPr>
            </a:lvl6pPr>
            <a:lvl7pPr marL="3200400" lvl="6" indent="-4000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Char char="●"/>
              <a:defRPr sz="2700">
                <a:solidFill>
                  <a:schemeClr val="dk2"/>
                </a:solidFill>
              </a:defRPr>
            </a:lvl7pPr>
            <a:lvl8pPr marL="3657600" lvl="7" indent="-4000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Char char="○"/>
              <a:defRPr sz="2700">
                <a:solidFill>
                  <a:schemeClr val="dk2"/>
                </a:solidFill>
              </a:defRPr>
            </a:lvl8pPr>
            <a:lvl9pPr marL="4114800" lvl="8" indent="-4000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Char char="■"/>
              <a:defRPr sz="27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9531515" y="16580326"/>
            <a:ext cx="617400" cy="139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76925" tIns="176925" rIns="176925" bIns="176925" anchor="ctr" anchorCtr="0">
            <a:normAutofit/>
          </a:bodyPr>
          <a:lstStyle>
            <a:lvl1pPr lvl="0" algn="r">
              <a:buNone/>
              <a:defRPr sz="1900">
                <a:solidFill>
                  <a:schemeClr val="dk2"/>
                </a:solidFill>
              </a:defRPr>
            </a:lvl1pPr>
            <a:lvl2pPr lvl="1" algn="r">
              <a:buNone/>
              <a:defRPr sz="1900">
                <a:solidFill>
                  <a:schemeClr val="dk2"/>
                </a:solidFill>
              </a:defRPr>
            </a:lvl2pPr>
            <a:lvl3pPr lvl="2" algn="r">
              <a:buNone/>
              <a:defRPr sz="1900">
                <a:solidFill>
                  <a:schemeClr val="dk2"/>
                </a:solidFill>
              </a:defRPr>
            </a:lvl3pPr>
            <a:lvl4pPr lvl="3" algn="r">
              <a:buNone/>
              <a:defRPr sz="1900">
                <a:solidFill>
                  <a:schemeClr val="dk2"/>
                </a:solidFill>
              </a:defRPr>
            </a:lvl4pPr>
            <a:lvl5pPr lvl="4" algn="r">
              <a:buNone/>
              <a:defRPr sz="1900">
                <a:solidFill>
                  <a:schemeClr val="dk2"/>
                </a:solidFill>
              </a:defRPr>
            </a:lvl5pPr>
            <a:lvl6pPr lvl="5" algn="r">
              <a:buNone/>
              <a:defRPr sz="1900">
                <a:solidFill>
                  <a:schemeClr val="dk2"/>
                </a:solidFill>
              </a:defRPr>
            </a:lvl6pPr>
            <a:lvl7pPr lvl="6" algn="r">
              <a:buNone/>
              <a:defRPr sz="1900">
                <a:solidFill>
                  <a:schemeClr val="dk2"/>
                </a:solidFill>
              </a:defRPr>
            </a:lvl7pPr>
            <a:lvl8pPr lvl="7" algn="r">
              <a:buNone/>
              <a:defRPr sz="1900">
                <a:solidFill>
                  <a:schemeClr val="dk2"/>
                </a:solidFill>
              </a:defRPr>
            </a:lvl8pPr>
            <a:lvl9pPr lvl="8" algn="r">
              <a:buNone/>
              <a:defRPr sz="19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54;p13">
            <a:extLst>
              <a:ext uri="{FF2B5EF4-FFF2-40B4-BE49-F238E27FC236}">
                <a16:creationId xmlns:a16="http://schemas.microsoft.com/office/drawing/2014/main" id="{5E1C0923-CD54-AE6C-0D24-AAB9AE9E373C}"/>
              </a:ext>
            </a:extLst>
          </p:cNvPr>
          <p:cNvSpPr txBox="1"/>
          <p:nvPr/>
        </p:nvSpPr>
        <p:spPr>
          <a:xfrm>
            <a:off x="6281925" y="8419525"/>
            <a:ext cx="3045600" cy="94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 dirty="0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rPr>
              <a:t>&lt;&lt;nom_2&gt;&gt;</a:t>
            </a:r>
            <a:endParaRPr sz="2000" b="1" dirty="0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17" name="Google Shape;55;p13">
            <a:extLst>
              <a:ext uri="{FF2B5EF4-FFF2-40B4-BE49-F238E27FC236}">
                <a16:creationId xmlns:a16="http://schemas.microsoft.com/office/drawing/2014/main" id="{9E196D73-2CA9-1699-149F-8D0D5DE6C058}"/>
              </a:ext>
            </a:extLst>
          </p:cNvPr>
          <p:cNvSpPr txBox="1"/>
          <p:nvPr/>
        </p:nvSpPr>
        <p:spPr>
          <a:xfrm>
            <a:off x="905475" y="6103525"/>
            <a:ext cx="3045600" cy="252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" sz="8500" b="1" dirty="0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rPr>
              <a:t>&lt;&lt;por_1&gt;&gt;</a:t>
            </a:r>
            <a:endParaRPr sz="8500" b="1" dirty="0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19" name="Google Shape;56;p13">
            <a:extLst>
              <a:ext uri="{FF2B5EF4-FFF2-40B4-BE49-F238E27FC236}">
                <a16:creationId xmlns:a16="http://schemas.microsoft.com/office/drawing/2014/main" id="{0B621FD0-34DF-FE95-A1EB-F389C5571AA9}"/>
              </a:ext>
            </a:extLst>
          </p:cNvPr>
          <p:cNvSpPr txBox="1"/>
          <p:nvPr/>
        </p:nvSpPr>
        <p:spPr>
          <a:xfrm>
            <a:off x="1001400" y="14389525"/>
            <a:ext cx="3045600" cy="212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8500" b="1" dirty="0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rPr>
              <a:t>&lt;&lt;por_3&gt;&gt;</a:t>
            </a:r>
            <a:endParaRPr sz="8500" b="1" dirty="0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8500" b="1" dirty="0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21" name="Google Shape;57;p13">
            <a:extLst>
              <a:ext uri="{FF2B5EF4-FFF2-40B4-BE49-F238E27FC236}">
                <a16:creationId xmlns:a16="http://schemas.microsoft.com/office/drawing/2014/main" id="{928E8DB1-76F7-549F-6BA0-6148A6521779}"/>
              </a:ext>
            </a:extLst>
          </p:cNvPr>
          <p:cNvSpPr txBox="1"/>
          <p:nvPr/>
        </p:nvSpPr>
        <p:spPr>
          <a:xfrm>
            <a:off x="1001400" y="13315725"/>
            <a:ext cx="4329300" cy="94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000" b="1" dirty="0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rPr>
              <a:t>&lt;&lt;nom_3&gt;&gt;</a:t>
            </a:r>
            <a:endParaRPr sz="2000" b="1" dirty="0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23" name="Google Shape;58;p13">
            <a:extLst>
              <a:ext uri="{FF2B5EF4-FFF2-40B4-BE49-F238E27FC236}">
                <a16:creationId xmlns:a16="http://schemas.microsoft.com/office/drawing/2014/main" id="{72C64783-8DD8-B85B-25B8-3F83BB73370A}"/>
              </a:ext>
            </a:extLst>
          </p:cNvPr>
          <p:cNvSpPr txBox="1"/>
          <p:nvPr/>
        </p:nvSpPr>
        <p:spPr>
          <a:xfrm>
            <a:off x="6281925" y="9588925"/>
            <a:ext cx="3045600" cy="212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8500" b="1" dirty="0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rPr>
              <a:t>&lt;&lt;por_2&gt;&gt;</a:t>
            </a:r>
            <a:endParaRPr sz="8500" b="1" dirty="0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8500" b="1" dirty="0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  <p:sp>
        <p:nvSpPr>
          <p:cNvPr id="25" name="Google Shape;59;p13">
            <a:extLst>
              <a:ext uri="{FF2B5EF4-FFF2-40B4-BE49-F238E27FC236}">
                <a16:creationId xmlns:a16="http://schemas.microsoft.com/office/drawing/2014/main" id="{BE150222-FA59-21A4-974A-E4B9AC5CBE6F}"/>
              </a:ext>
            </a:extLst>
          </p:cNvPr>
          <p:cNvSpPr txBox="1"/>
          <p:nvPr/>
        </p:nvSpPr>
        <p:spPr>
          <a:xfrm>
            <a:off x="905475" y="5162575"/>
            <a:ext cx="3045600" cy="94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 b="1" dirty="0">
                <a:solidFill>
                  <a:schemeClr val="lt1"/>
                </a:solidFill>
                <a:latin typeface="Archivo"/>
                <a:ea typeface="Archivo"/>
                <a:cs typeface="Archivo"/>
                <a:sym typeface="Archivo"/>
              </a:rPr>
              <a:t>&lt;&lt;nom_1&gt;&gt;</a:t>
            </a:r>
            <a:endParaRPr sz="2000" b="1" dirty="0">
              <a:solidFill>
                <a:schemeClr val="lt1"/>
              </a:solidFill>
              <a:latin typeface="Archivo"/>
              <a:ea typeface="Archivo"/>
              <a:cs typeface="Archivo"/>
              <a:sym typeface="Archivo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</Words>
  <Application>Microsoft Office PowerPoint</Application>
  <PresentationFormat>Custom</PresentationFormat>
  <Paragraphs>6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Archivo</vt:lpstr>
      <vt:lpstr>Simple Light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juani vila bach</cp:lastModifiedBy>
  <cp:revision>1</cp:revision>
  <dcterms:modified xsi:type="dcterms:W3CDTF">2026-09-24T19:22:47Z</dcterms:modified>
</cp:coreProperties>
</file>