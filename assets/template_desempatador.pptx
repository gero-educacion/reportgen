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</p:sldIdLst>
  <p:sldSz cy="18288000" cx="10287000"/>
  <p:notesSz cx="6858000" cy="9144000"/>
  <p:embeddedFontLst>
    <p:embeddedFont>
      <p:font typeface="Archivo"/>
      <p:regular r:id="rId7"/>
      <p:bold r:id="rId8"/>
      <p:italic r:id="rId9"/>
      <p:boldItalic r:id="rId1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5760">
          <p15:clr>
            <a:srgbClr val="747775"/>
          </p15:clr>
        </p15:guide>
        <p15:guide id="2" pos="324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760" orient="horz"/>
        <p:guide pos="324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0" Type="http://schemas.openxmlformats.org/officeDocument/2006/relationships/font" Target="fonts/Archivo-boldItalic.fntdata"/><Relationship Id="rId9" Type="http://schemas.openxmlformats.org/officeDocument/2006/relationships/font" Target="fonts/Archivo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font" Target="fonts/Archivo-regular.fntdata"/><Relationship Id="rId8" Type="http://schemas.openxmlformats.org/officeDocument/2006/relationships/font" Target="fonts/Archivo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50672" y="2647378"/>
            <a:ext cx="9585600" cy="7298100"/>
          </a:xfrm>
          <a:prstGeom prst="rect">
            <a:avLst/>
          </a:prstGeom>
        </p:spPr>
        <p:txBody>
          <a:bodyPr anchorCtr="0" anchor="b" bIns="176925" lIns="176925" spcFirstLastPara="1" rIns="176925" wrap="square" tIns="1769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1pPr>
            <a:lvl2pPr lvl="1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2pPr>
            <a:lvl3pPr lvl="2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3pPr>
            <a:lvl4pPr lvl="3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4pPr>
            <a:lvl5pPr lvl="4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5pPr>
            <a:lvl6pPr lvl="5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6pPr>
            <a:lvl7pPr lvl="6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7pPr>
            <a:lvl8pPr lvl="7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8pPr>
            <a:lvl9pPr lvl="8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50663" y="10076889"/>
            <a:ext cx="9585600" cy="28182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50663" y="7647467"/>
            <a:ext cx="9585600" cy="29931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1pPr>
            <a:lvl2pPr lvl="1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2pPr>
            <a:lvl3pPr lvl="2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3pPr>
            <a:lvl4pPr lvl="3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4pPr>
            <a:lvl5pPr lvl="4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5pPr>
            <a:lvl6pPr lvl="5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6pPr>
            <a:lvl7pPr lvl="6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7pPr>
            <a:lvl8pPr lvl="7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8pPr>
            <a:lvl9pPr lvl="8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indent="-450850" lvl="0" marL="457200">
              <a:spcBef>
                <a:spcPts val="0"/>
              </a:spcBef>
              <a:spcAft>
                <a:spcPts val="0"/>
              </a:spcAft>
              <a:buSzPts val="3500"/>
              <a:buChar char="●"/>
              <a:defRPr/>
            </a:lvl1pPr>
            <a:lvl2pPr indent="-400050" lvl="1" marL="914400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2pPr>
            <a:lvl3pPr indent="-400050" lvl="2" marL="1371600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3pPr>
            <a:lvl4pPr indent="-400050" lvl="3" marL="1828800">
              <a:spcBef>
                <a:spcPts val="0"/>
              </a:spcBef>
              <a:spcAft>
                <a:spcPts val="0"/>
              </a:spcAft>
              <a:buSzPts val="2700"/>
              <a:buChar char="●"/>
              <a:defRPr/>
            </a:lvl4pPr>
            <a:lvl5pPr indent="-400050" lvl="4" marL="2286000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5pPr>
            <a:lvl6pPr indent="-400050" lvl="5" marL="2743200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6pPr>
            <a:lvl7pPr indent="-400050" lvl="6" marL="3200400">
              <a:spcBef>
                <a:spcPts val="0"/>
              </a:spcBef>
              <a:spcAft>
                <a:spcPts val="0"/>
              </a:spcAft>
              <a:buSzPts val="2700"/>
              <a:buChar char="●"/>
              <a:defRPr/>
            </a:lvl7pPr>
            <a:lvl8pPr indent="-400050" lvl="7" marL="3657600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8pPr>
            <a:lvl9pPr indent="-400050" lvl="8" marL="4114800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50663" y="4097689"/>
            <a:ext cx="4500000" cy="121473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indent="-400050" lvl="0" marL="457200">
              <a:spcBef>
                <a:spcPts val="0"/>
              </a:spcBef>
              <a:spcAft>
                <a:spcPts val="0"/>
              </a:spcAft>
              <a:buSzPts val="2700"/>
              <a:buChar char="●"/>
              <a:defRPr sz="2700"/>
            </a:lvl1pPr>
            <a:lvl2pPr indent="-374650" lvl="1" marL="91440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2pPr>
            <a:lvl3pPr indent="-374650" lvl="2" marL="137160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3pPr>
            <a:lvl4pPr indent="-374650" lvl="3" marL="1828800"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4pPr>
            <a:lvl5pPr indent="-374650" lvl="4" marL="228600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5pPr>
            <a:lvl6pPr indent="-374650" lvl="5" marL="274320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6pPr>
            <a:lvl7pPr indent="-374650" lvl="6" marL="3200400"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7pPr>
            <a:lvl8pPr indent="-374650" lvl="7" marL="365760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8pPr>
            <a:lvl9pPr indent="-374650" lvl="8" marL="411480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5436450" y="4097689"/>
            <a:ext cx="4500000" cy="121473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indent="-400050" lvl="0" marL="457200">
              <a:spcBef>
                <a:spcPts val="0"/>
              </a:spcBef>
              <a:spcAft>
                <a:spcPts val="0"/>
              </a:spcAft>
              <a:buSzPts val="2700"/>
              <a:buChar char="●"/>
              <a:defRPr sz="2700"/>
            </a:lvl1pPr>
            <a:lvl2pPr indent="-374650" lvl="1" marL="91440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2pPr>
            <a:lvl3pPr indent="-374650" lvl="2" marL="137160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3pPr>
            <a:lvl4pPr indent="-374650" lvl="3" marL="1828800"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4pPr>
            <a:lvl5pPr indent="-374650" lvl="4" marL="228600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5pPr>
            <a:lvl6pPr indent="-374650" lvl="5" marL="274320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6pPr>
            <a:lvl7pPr indent="-374650" lvl="6" marL="3200400"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7pPr>
            <a:lvl8pPr indent="-374650" lvl="7" marL="365760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8pPr>
            <a:lvl9pPr indent="-374650" lvl="8" marL="411480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50663" y="1975467"/>
            <a:ext cx="3159000" cy="2686800"/>
          </a:xfrm>
          <a:prstGeom prst="rect">
            <a:avLst/>
          </a:prstGeom>
        </p:spPr>
        <p:txBody>
          <a:bodyPr anchorCtr="0" anchor="b" bIns="176925" lIns="176925" spcFirstLastPara="1" rIns="176925" wrap="square" tIns="1769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50663" y="4940800"/>
            <a:ext cx="3159000" cy="113046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indent="-374650" lvl="0" marL="457200"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1pPr>
            <a:lvl2pPr indent="-374650" lvl="1" marL="91440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2pPr>
            <a:lvl3pPr indent="-374650" lvl="2" marL="137160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3pPr>
            <a:lvl4pPr indent="-374650" lvl="3" marL="1828800"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4pPr>
            <a:lvl5pPr indent="-374650" lvl="4" marL="228600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5pPr>
            <a:lvl6pPr indent="-374650" lvl="5" marL="274320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6pPr>
            <a:lvl7pPr indent="-374650" lvl="6" marL="3200400"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7pPr>
            <a:lvl8pPr indent="-374650" lvl="7" marL="365760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8pPr>
            <a:lvl9pPr indent="-374650" lvl="8" marL="411480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551531" y="1600533"/>
            <a:ext cx="7163700" cy="145452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1pPr>
            <a:lvl2pPr lvl="1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2pPr>
            <a:lvl3pPr lvl="2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3pPr>
            <a:lvl4pPr lvl="3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4pPr>
            <a:lvl5pPr lvl="4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5pPr>
            <a:lvl6pPr lvl="5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6pPr>
            <a:lvl7pPr lvl="6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7pPr>
            <a:lvl8pPr lvl="7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8pPr>
            <a:lvl9pPr lvl="8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5143500" y="-444"/>
            <a:ext cx="5143500" cy="1828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76925" lIns="176925" spcFirstLastPara="1" rIns="176925" wrap="square" tIns="176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98688" y="4384622"/>
            <a:ext cx="4550700" cy="5270400"/>
          </a:xfrm>
          <a:prstGeom prst="rect">
            <a:avLst/>
          </a:prstGeom>
        </p:spPr>
        <p:txBody>
          <a:bodyPr anchorCtr="0" anchor="b" bIns="176925" lIns="176925" spcFirstLastPara="1" rIns="176925" wrap="square" tIns="1769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1pPr>
            <a:lvl2pPr lvl="1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2pPr>
            <a:lvl3pPr lvl="2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3pPr>
            <a:lvl4pPr lvl="3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4pPr>
            <a:lvl5pPr lvl="4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5pPr>
            <a:lvl6pPr lvl="5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6pPr>
            <a:lvl7pPr lvl="6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7pPr>
            <a:lvl8pPr lvl="7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8pPr>
            <a:lvl9pPr lvl="8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98688" y="9966489"/>
            <a:ext cx="4550700" cy="43914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5556938" y="2574489"/>
            <a:ext cx="4316700" cy="131382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indent="-450850" lvl="0" marL="457200">
              <a:spcBef>
                <a:spcPts val="0"/>
              </a:spcBef>
              <a:spcAft>
                <a:spcPts val="0"/>
              </a:spcAft>
              <a:buSzPts val="3500"/>
              <a:buChar char="●"/>
              <a:defRPr/>
            </a:lvl1pPr>
            <a:lvl2pPr indent="-400050" lvl="1" marL="914400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2pPr>
            <a:lvl3pPr indent="-400050" lvl="2" marL="1371600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3pPr>
            <a:lvl4pPr indent="-400050" lvl="3" marL="1828800">
              <a:spcBef>
                <a:spcPts val="0"/>
              </a:spcBef>
              <a:spcAft>
                <a:spcPts val="0"/>
              </a:spcAft>
              <a:buSzPts val="2700"/>
              <a:buChar char="●"/>
              <a:defRPr/>
            </a:lvl4pPr>
            <a:lvl5pPr indent="-400050" lvl="4" marL="2286000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5pPr>
            <a:lvl6pPr indent="-400050" lvl="5" marL="2743200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6pPr>
            <a:lvl7pPr indent="-400050" lvl="6" marL="3200400">
              <a:spcBef>
                <a:spcPts val="0"/>
              </a:spcBef>
              <a:spcAft>
                <a:spcPts val="0"/>
              </a:spcAft>
              <a:buSzPts val="2700"/>
              <a:buChar char="●"/>
              <a:defRPr/>
            </a:lvl7pPr>
            <a:lvl8pPr indent="-400050" lvl="7" marL="3657600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8pPr>
            <a:lvl9pPr indent="-400050" lvl="8" marL="4114800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50663" y="15042044"/>
            <a:ext cx="6748800" cy="21516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50663" y="3932889"/>
            <a:ext cx="9585600" cy="6981300"/>
          </a:xfrm>
          <a:prstGeom prst="rect">
            <a:avLst/>
          </a:prstGeom>
        </p:spPr>
        <p:txBody>
          <a:bodyPr anchorCtr="0" anchor="b" bIns="176925" lIns="176925" spcFirstLastPara="1" rIns="176925" wrap="square" tIns="1769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1pPr>
            <a:lvl2pPr lvl="1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2pPr>
            <a:lvl3pPr lvl="2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3pPr>
            <a:lvl4pPr lvl="3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4pPr>
            <a:lvl5pPr lvl="4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5pPr>
            <a:lvl6pPr lvl="5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6pPr>
            <a:lvl7pPr lvl="6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7pPr>
            <a:lvl8pPr lvl="7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8pPr>
            <a:lvl9pPr lvl="8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50663" y="11207911"/>
            <a:ext cx="9585600" cy="46251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indent="-450850" lvl="0" marL="457200" algn="ctr">
              <a:spcBef>
                <a:spcPts val="0"/>
              </a:spcBef>
              <a:spcAft>
                <a:spcPts val="0"/>
              </a:spcAft>
              <a:buSzPts val="3500"/>
              <a:buChar char="●"/>
              <a:defRPr/>
            </a:lvl1pPr>
            <a:lvl2pPr indent="-400050" lvl="1" marL="914400" algn="ctr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2pPr>
            <a:lvl3pPr indent="-400050" lvl="2" marL="1371600" algn="ctr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3pPr>
            <a:lvl4pPr indent="-400050" lvl="3" marL="1828800" algn="ctr">
              <a:spcBef>
                <a:spcPts val="0"/>
              </a:spcBef>
              <a:spcAft>
                <a:spcPts val="0"/>
              </a:spcAft>
              <a:buSzPts val="2700"/>
              <a:buChar char="●"/>
              <a:defRPr/>
            </a:lvl4pPr>
            <a:lvl5pPr indent="-400050" lvl="4" marL="2286000" algn="ctr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5pPr>
            <a:lvl6pPr indent="-400050" lvl="5" marL="2743200" algn="ctr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6pPr>
            <a:lvl7pPr indent="-400050" lvl="6" marL="3200400" algn="ctr">
              <a:spcBef>
                <a:spcPts val="0"/>
              </a:spcBef>
              <a:spcAft>
                <a:spcPts val="0"/>
              </a:spcAft>
              <a:buSzPts val="2700"/>
              <a:buChar char="●"/>
              <a:defRPr/>
            </a:lvl7pPr>
            <a:lvl8pPr indent="-400050" lvl="7" marL="3657600" algn="ctr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8pPr>
            <a:lvl9pPr indent="-400050" lvl="8" marL="4114800" algn="ctr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  <a:noFill/>
          <a:ln>
            <a:noFill/>
          </a:ln>
        </p:spPr>
        <p:txBody>
          <a:bodyPr anchorCtr="0" anchor="t" bIns="176925" lIns="176925" spcFirstLastPara="1" rIns="176925" wrap="square" tIns="1769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  <a:noFill/>
          <a:ln>
            <a:noFill/>
          </a:ln>
        </p:spPr>
        <p:txBody>
          <a:bodyPr anchorCtr="0" anchor="t" bIns="176925" lIns="176925" spcFirstLastPara="1" rIns="176925" wrap="square" tIns="176925">
            <a:normAutofit/>
          </a:bodyPr>
          <a:lstStyle>
            <a:lvl1pPr indent="-4508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Char char="●"/>
              <a:defRPr sz="3500">
                <a:solidFill>
                  <a:schemeClr val="dk2"/>
                </a:solidFill>
              </a:defRPr>
            </a:lvl1pPr>
            <a:lvl2pPr indent="-4000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Char char="○"/>
              <a:defRPr sz="2700">
                <a:solidFill>
                  <a:schemeClr val="dk2"/>
                </a:solidFill>
              </a:defRPr>
            </a:lvl2pPr>
            <a:lvl3pPr indent="-4000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Char char="■"/>
              <a:defRPr sz="2700">
                <a:solidFill>
                  <a:schemeClr val="dk2"/>
                </a:solidFill>
              </a:defRPr>
            </a:lvl3pPr>
            <a:lvl4pPr indent="-4000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Char char="●"/>
              <a:defRPr sz="2700">
                <a:solidFill>
                  <a:schemeClr val="dk2"/>
                </a:solidFill>
              </a:defRPr>
            </a:lvl4pPr>
            <a:lvl5pPr indent="-4000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Char char="○"/>
              <a:defRPr sz="2700">
                <a:solidFill>
                  <a:schemeClr val="dk2"/>
                </a:solidFill>
              </a:defRPr>
            </a:lvl5pPr>
            <a:lvl6pPr indent="-4000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Char char="■"/>
              <a:defRPr sz="2700">
                <a:solidFill>
                  <a:schemeClr val="dk2"/>
                </a:solidFill>
              </a:defRPr>
            </a:lvl6pPr>
            <a:lvl7pPr indent="-4000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Char char="●"/>
              <a:defRPr sz="2700">
                <a:solidFill>
                  <a:schemeClr val="dk2"/>
                </a:solidFill>
              </a:defRPr>
            </a:lvl7pPr>
            <a:lvl8pPr indent="-4000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Char char="○"/>
              <a:defRPr sz="2700">
                <a:solidFill>
                  <a:schemeClr val="dk2"/>
                </a:solidFill>
              </a:defRPr>
            </a:lvl8pPr>
            <a:lvl9pPr indent="-4000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Char char="■"/>
              <a:defRPr sz="27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 algn="r">
              <a:buNone/>
              <a:defRPr sz="1900">
                <a:solidFill>
                  <a:schemeClr val="dk2"/>
                </a:solidFill>
              </a:defRPr>
            </a:lvl1pPr>
            <a:lvl2pPr lvl="1" algn="r">
              <a:buNone/>
              <a:defRPr sz="1900">
                <a:solidFill>
                  <a:schemeClr val="dk2"/>
                </a:solidFill>
              </a:defRPr>
            </a:lvl2pPr>
            <a:lvl3pPr lvl="2" algn="r">
              <a:buNone/>
              <a:defRPr sz="1900">
                <a:solidFill>
                  <a:schemeClr val="dk2"/>
                </a:solidFill>
              </a:defRPr>
            </a:lvl3pPr>
            <a:lvl4pPr lvl="3" algn="r">
              <a:buNone/>
              <a:defRPr sz="1900">
                <a:solidFill>
                  <a:schemeClr val="dk2"/>
                </a:solidFill>
              </a:defRPr>
            </a:lvl4pPr>
            <a:lvl5pPr lvl="4" algn="r">
              <a:buNone/>
              <a:defRPr sz="1900">
                <a:solidFill>
                  <a:schemeClr val="dk2"/>
                </a:solidFill>
              </a:defRPr>
            </a:lvl5pPr>
            <a:lvl6pPr lvl="5" algn="r">
              <a:buNone/>
              <a:defRPr sz="1900">
                <a:solidFill>
                  <a:schemeClr val="dk2"/>
                </a:solidFill>
              </a:defRPr>
            </a:lvl6pPr>
            <a:lvl7pPr lvl="6" algn="r">
              <a:buNone/>
              <a:defRPr sz="1900">
                <a:solidFill>
                  <a:schemeClr val="dk2"/>
                </a:solidFill>
              </a:defRPr>
            </a:lvl7pPr>
            <a:lvl8pPr lvl="7" algn="r">
              <a:buNone/>
              <a:defRPr sz="1900">
                <a:solidFill>
                  <a:schemeClr val="dk2"/>
                </a:solidFill>
              </a:defRPr>
            </a:lvl8pPr>
            <a:lvl9pPr lvl="8" algn="r">
              <a:buNone/>
              <a:defRPr sz="19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6281925" y="8419525"/>
            <a:ext cx="3045600" cy="9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2000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rPr>
              <a:t>&lt;&lt;Nombre 2° Lugar&gt;&gt;</a:t>
            </a:r>
            <a:endParaRPr b="1" sz="200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905475" y="6103525"/>
            <a:ext cx="3045600" cy="252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8500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rPr>
              <a:t>&lt;&lt;Porcentaje 1° Lugar&gt;&gt;</a:t>
            </a:r>
            <a:endParaRPr b="1" sz="850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1001400" y="14389525"/>
            <a:ext cx="3045600" cy="212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8500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rPr>
              <a:t>&lt;&lt;Porcentaje 3° Lugar&gt;&gt;</a:t>
            </a:r>
            <a:endParaRPr b="1" sz="850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50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1001400" y="13315725"/>
            <a:ext cx="4329300" cy="9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2000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rPr>
              <a:t>&lt;&lt;Nombre 3° Lugar&gt;&gt;</a:t>
            </a:r>
            <a:endParaRPr b="1" sz="200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6281925" y="9588925"/>
            <a:ext cx="3045600" cy="212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8500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rPr>
              <a:t>&lt;&lt;Porcentaje 2° Lugar&gt;&gt;</a:t>
            </a:r>
            <a:endParaRPr b="1" sz="850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50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59" name="Google Shape;59;p13"/>
          <p:cNvSpPr txBox="1"/>
          <p:nvPr/>
        </p:nvSpPr>
        <p:spPr>
          <a:xfrm>
            <a:off x="905475" y="5162575"/>
            <a:ext cx="3045600" cy="9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rPr>
              <a:t>&lt;&lt;Nombre 1° Lugar&gt;&gt;</a:t>
            </a:r>
            <a:endParaRPr b="1" sz="200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