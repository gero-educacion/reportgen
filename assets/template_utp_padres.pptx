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6" dt="2026-04-29T20:48:12.3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2208" y="-1142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4-29T20:48:34.800" v="76" actId="1076"/>
      <pc:docMkLst>
        <pc:docMk/>
      </pc:docMkLst>
      <pc:sldChg chg="modSp mod">
        <pc:chgData name="juani vila bach" userId="140d79d91c36b714" providerId="LiveId" clId="{681BBBA0-CB6B-4408-8383-25A2ECA50787}" dt="2026-04-29T20:47:04.565" v="20" actId="2711"/>
        <pc:sldMkLst>
          <pc:docMk/>
          <pc:sldMk cId="0" sldId="258"/>
        </pc:sldMkLst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5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19:02:50.123" v="17"/>
          <ac:spMkLst>
            <pc:docMk/>
            <pc:sldMk cId="0" sldId="258"/>
            <ac:spMk id="6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7:56.206" v="68" actId="20577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29T20:47:36.645" v="41" actId="20577"/>
          <ac:spMkLst>
            <pc:docMk/>
            <pc:sldMk cId="0" sldId="259"/>
            <ac:spMk id="2" creationId="{A7ACE86D-BE89-764F-A30D-31A6764B17B9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3" creationId="{91D17890-EDB0-36E1-087F-1BE8401EE429}"/>
          </ac:spMkLst>
        </pc:spChg>
        <pc:spChg chg="add mod">
          <ac:chgData name="juani vila bach" userId="140d79d91c36b714" providerId="LiveId" clId="{681BBBA0-CB6B-4408-8383-25A2ECA50787}" dt="2026-04-29T20:47:36.442" v="40" actId="20577"/>
          <ac:spMkLst>
            <pc:docMk/>
            <pc:sldMk cId="0" sldId="259"/>
            <ac:spMk id="4" creationId="{5181C0F9-BE78-5B10-7C10-80F27D956745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5" creationId="{74D32D8D-59DE-27BF-B954-77F45D82AE58}"/>
          </ac:spMkLst>
        </pc:spChg>
        <pc:spChg chg="add mod">
          <ac:chgData name="juani vila bach" userId="140d79d91c36b714" providerId="LiveId" clId="{681BBBA0-CB6B-4408-8383-25A2ECA50787}" dt="2026-04-29T20:47:36.182" v="39" actId="20577"/>
          <ac:spMkLst>
            <pc:docMk/>
            <pc:sldMk cId="0" sldId="259"/>
            <ac:spMk id="6" creationId="{259FF831-0D4C-B0D3-7440-0B2F8FFEA3F6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7" creationId="{329AF43C-B5AE-FA45-270C-D97764193DE3}"/>
          </ac:spMkLst>
        </pc:spChg>
        <pc:spChg chg="add mod">
          <ac:chgData name="juani vila bach" userId="140d79d91c36b714" providerId="LiveId" clId="{681BBBA0-CB6B-4408-8383-25A2ECA50787}" dt="2026-04-29T20:47:52.111" v="61" actId="20577"/>
          <ac:spMkLst>
            <pc:docMk/>
            <pc:sldMk cId="0" sldId="259"/>
            <ac:spMk id="8" creationId="{115AF92C-25E9-04EA-B674-EF27B6196475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9" creationId="{59495B10-42B3-1AB3-1F0D-ACB11F00205A}"/>
          </ac:spMkLst>
        </pc:spChg>
        <pc:spChg chg="add mod">
          <ac:chgData name="juani vila bach" userId="140d79d91c36b714" providerId="LiveId" clId="{681BBBA0-CB6B-4408-8383-25A2ECA50787}" dt="2026-04-29T20:47:48.198" v="54" actId="20577"/>
          <ac:spMkLst>
            <pc:docMk/>
            <pc:sldMk cId="0" sldId="259"/>
            <ac:spMk id="10" creationId="{371541A8-DFC1-2231-E365-51DD71558D4C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1" creationId="{0DAC3AC7-F012-2F7D-7D06-5C39F05B88AC}"/>
          </ac:spMkLst>
        </pc:spChg>
        <pc:spChg chg="add mod">
          <ac:chgData name="juani vila bach" userId="140d79d91c36b714" providerId="LiveId" clId="{681BBBA0-CB6B-4408-8383-25A2ECA50787}" dt="2026-04-29T20:47:56.206" v="68" actId="20577"/>
          <ac:spMkLst>
            <pc:docMk/>
            <pc:sldMk cId="0" sldId="259"/>
            <ac:spMk id="12" creationId="{DC0BE782-3E80-0C37-DC61-3D842BD3FF96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3" creationId="{7B669BB3-5AC2-D363-B2DC-30CE1EC4B127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1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2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3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4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5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8:34.800" v="76" actId="1076"/>
        <pc:sldMkLst>
          <pc:docMk/>
          <pc:sldMk cId="0" sldId="260"/>
        </pc:sldMkLst>
        <pc:spChg chg="add mod">
          <ac:chgData name="juani vila bach" userId="140d79d91c36b714" providerId="LiveId" clId="{681BBBA0-CB6B-4408-8383-25A2ECA50787}" dt="2026-04-29T20:48:34.800" v="76" actId="1076"/>
          <ac:spMkLst>
            <pc:docMk/>
            <pc:sldMk cId="0" sldId="260"/>
            <ac:spMk id="2" creationId="{3808622E-C38C-C1E0-FD64-91A2DD39376D}"/>
          </ac:spMkLst>
        </pc:spChg>
        <pc:spChg chg="del">
          <ac:chgData name="juani vila bach" userId="140d79d91c36b714" providerId="LiveId" clId="{681BBBA0-CB6B-4408-8383-25A2ECA50787}" dt="2026-04-29T20:48:11.862" v="69" actId="478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2801690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900175" y="7675275"/>
            <a:ext cx="8622900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s-419" sz="2983" dirty="0">
                <a:solidFill>
                  <a:schemeClr val="dk2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1;p16">
            <a:extLst>
              <a:ext uri="{FF2B5EF4-FFF2-40B4-BE49-F238E27FC236}">
                <a16:creationId xmlns:a16="http://schemas.microsoft.com/office/drawing/2014/main" id="{115AF92C-25E9-04EA-B674-EF27B6196475}"/>
              </a:ext>
            </a:extLst>
          </p:cNvPr>
          <p:cNvSpPr txBox="1"/>
          <p:nvPr/>
        </p:nvSpPr>
        <p:spPr>
          <a:xfrm>
            <a:off x="1450475" y="942466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" name="Google Shape;72;p16">
            <a:extLst>
              <a:ext uri="{FF2B5EF4-FFF2-40B4-BE49-F238E27FC236}">
                <a16:creationId xmlns:a16="http://schemas.microsoft.com/office/drawing/2014/main" id="{59495B10-42B3-1AB3-1F0D-ACB11F00205A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Google Shape;73;p16">
            <a:extLst>
              <a:ext uri="{FF2B5EF4-FFF2-40B4-BE49-F238E27FC236}">
                <a16:creationId xmlns:a16="http://schemas.microsoft.com/office/drawing/2014/main" id="{371541A8-DFC1-2231-E365-51DD71558D4C}"/>
              </a:ext>
            </a:extLst>
          </p:cNvPr>
          <p:cNvSpPr txBox="1"/>
          <p:nvPr/>
        </p:nvSpPr>
        <p:spPr>
          <a:xfrm>
            <a:off x="1450475" y="1216460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1" name="Google Shape;74;p16">
            <a:extLst>
              <a:ext uri="{FF2B5EF4-FFF2-40B4-BE49-F238E27FC236}">
                <a16:creationId xmlns:a16="http://schemas.microsoft.com/office/drawing/2014/main" id="{0DAC3AC7-F012-2F7D-7D06-5C39F05B88AC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Google Shape;75;p16">
            <a:extLst>
              <a:ext uri="{FF2B5EF4-FFF2-40B4-BE49-F238E27FC236}">
                <a16:creationId xmlns:a16="http://schemas.microsoft.com/office/drawing/2014/main" id="{DC0BE782-3E80-0C37-DC61-3D842BD3FF96}"/>
              </a:ext>
            </a:extLst>
          </p:cNvPr>
          <p:cNvSpPr txBox="1"/>
          <p:nvPr/>
        </p:nvSpPr>
        <p:spPr>
          <a:xfrm>
            <a:off x="1450475" y="15207141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3" name="Google Shape;76;p16">
            <a:extLst>
              <a:ext uri="{FF2B5EF4-FFF2-40B4-BE49-F238E27FC236}">
                <a16:creationId xmlns:a16="http://schemas.microsoft.com/office/drawing/2014/main" id="{7B669BB3-5AC2-D363-B2DC-30CE1EC4B127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7">
            <a:extLst>
              <a:ext uri="{FF2B5EF4-FFF2-40B4-BE49-F238E27FC236}">
                <a16:creationId xmlns:a16="http://schemas.microsoft.com/office/drawing/2014/main" id="{3808622E-C38C-C1E0-FD64-91A2DD39376D}"/>
              </a:ext>
            </a:extLst>
          </p:cNvPr>
          <p:cNvSpPr txBox="1"/>
          <p:nvPr/>
        </p:nvSpPr>
        <p:spPr>
          <a:xfrm>
            <a:off x="1450863" y="10596283"/>
            <a:ext cx="7385274" cy="6566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160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Public Sans Light</vt:lpstr>
      <vt:lpstr>TT Squares Black</vt:lpstr>
      <vt:lpstr>Formular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2026-04-29T20:48:41Z</dcterms:modified>
</cp:coreProperties>
</file>