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7" dt="2026-04-30T13:33:30.4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2222" y="101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30T13:33:30.402" v="82"/>
      <pc:docMkLst>
        <pc:docMk/>
      </pc:docMkLst>
      <pc:sldChg chg="addSp delSp modSp mod">
        <pc:chgData name="juani vila bach" userId="140d79d91c36b714" providerId="LiveId" clId="{681BBBA0-CB6B-4408-8383-25A2ECA50787}" dt="2026-04-30T13:33:30.402" v="82"/>
        <pc:sldMkLst>
          <pc:docMk/>
          <pc:sldMk cId="0" sldId="258"/>
        </pc:sldMkLst>
        <pc:spChg chg="add mod">
          <ac:chgData name="juani vila bach" userId="140d79d91c36b714" providerId="LiveId" clId="{681BBBA0-CB6B-4408-8383-25A2ECA50787}" dt="2026-04-30T13:33:30.402" v="82"/>
          <ac:spMkLst>
            <pc:docMk/>
            <pc:sldMk cId="0" sldId="258"/>
            <ac:spMk id="2" creationId="{946A253D-85B1-831B-85E5-8F2987E2A2C1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  <pc:spChg chg="del mod">
          <ac:chgData name="juani vila bach" userId="140d79d91c36b714" providerId="LiveId" clId="{681BBBA0-CB6B-4408-8383-25A2ECA50787}" dt="2026-04-30T13:33:29.423" v="81" actId="478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30T13:31:54.665" v="8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9T20:47:36.645" v="41" actId="20577"/>
          <ac:spMkLst>
            <pc:docMk/>
            <pc:sldMk cId="0" sldId="259"/>
            <ac:spMk id="2" creationId="{A7ACE86D-BE89-764F-A30D-31A6764B17B9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3" creationId="{91D17890-EDB0-36E1-087F-1BE8401EE429}"/>
          </ac:spMkLst>
        </pc:spChg>
        <pc:spChg chg="add mod">
          <ac:chgData name="juani vila bach" userId="140d79d91c36b714" providerId="LiveId" clId="{681BBBA0-CB6B-4408-8383-25A2ECA50787}" dt="2026-04-29T20:47:36.442" v="40" actId="20577"/>
          <ac:spMkLst>
            <pc:docMk/>
            <pc:sldMk cId="0" sldId="259"/>
            <ac:spMk id="4" creationId="{5181C0F9-BE78-5B10-7C10-80F27D956745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5" creationId="{74D32D8D-59DE-27BF-B954-77F45D82AE58}"/>
          </ac:spMkLst>
        </pc:spChg>
        <pc:spChg chg="add mod">
          <ac:chgData name="juani vila bach" userId="140d79d91c36b714" providerId="LiveId" clId="{681BBBA0-CB6B-4408-8383-25A2ECA50787}" dt="2026-04-29T20:47:36.182" v="39" actId="20577"/>
          <ac:spMkLst>
            <pc:docMk/>
            <pc:sldMk cId="0" sldId="259"/>
            <ac:spMk id="6" creationId="{259FF831-0D4C-B0D3-7440-0B2F8FFEA3F6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7" creationId="{329AF43C-B5AE-FA45-270C-D97764193DE3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1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2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3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4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5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  <pc:spChg chg="del">
          <ac:chgData name="juani vila bach" userId="140d79d91c36b714" providerId="LiveId" clId="{681BBBA0-CB6B-4408-8383-25A2ECA50787}" dt="2026-04-29T20:48:11.862" v="69" actId="478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30T13:31:21.074" v="77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2" name="Google Shape;66;p15">
            <a:extLst>
              <a:ext uri="{FF2B5EF4-FFF2-40B4-BE49-F238E27FC236}">
                <a16:creationId xmlns:a16="http://schemas.microsoft.com/office/drawing/2014/main" id="{946A253D-85B1-831B-85E5-8F2987E2A2C1}"/>
              </a:ext>
            </a:extLst>
          </p:cNvPr>
          <p:cNvSpPr txBox="1"/>
          <p:nvPr/>
        </p:nvSpPr>
        <p:spPr>
          <a:xfrm>
            <a:off x="2332255" y="7550584"/>
            <a:ext cx="5542189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8310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1230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6557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160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Public Sans Light</vt:lpstr>
      <vt:lpstr>TT Squares Black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2026-04-30T13:33:40Z</dcterms:modified>
</cp:coreProperties>
</file>