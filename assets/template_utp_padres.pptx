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287000" cy="18288000"/>
  <p:notesSz cx="6858000" cy="9144000"/>
  <p:embeddedFontLst>
    <p:embeddedFont>
      <p:font typeface="Formular" panose="02000000000000000000" pitchFamily="2" charset="0"/>
      <p:regular r:id="rId12"/>
      <p:bold r:id="rId13"/>
    </p:embeddedFont>
    <p:embeddedFont>
      <p:font typeface="Public Sans Light" panose="020B0604020202020204" charset="0"/>
      <p:regular r:id="rId14"/>
      <p:bold r:id="rId15"/>
      <p:italic r:id="rId16"/>
      <p:boldItalic r:id="rId17"/>
    </p:embeddedFont>
    <p:embeddedFont>
      <p:font typeface="TT Squares Black" panose="02000505040000020003" pitchFamily="50" charset="0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8A86B-94A9-4CC7-A11C-2E1EEF1DFD4E}" v="8" dt="2026-04-30T19:26:4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undo custSel modSld">
      <pc:chgData name="juani vila bach" userId="140d79d91c36b714" providerId="LiveId" clId="{681BBBA0-CB6B-4408-8383-25A2ECA50787}" dt="2026-05-11T19:21:06.521" v="91" actId="255"/>
      <pc:docMkLst>
        <pc:docMk/>
      </pc:docMkLst>
      <pc:sldChg chg="addSp delSp modSp mod">
        <pc:chgData name="juani vila bach" userId="140d79d91c36b714" providerId="LiveId" clId="{681BBBA0-CB6B-4408-8383-25A2ECA50787}" dt="2026-04-30T19:26:46.498" v="85" actId="1076"/>
        <pc:sldMkLst>
          <pc:docMk/>
          <pc:sldMk cId="0" sldId="258"/>
        </pc:sldMkLst>
        <pc:spChg chg="add mod">
          <ac:chgData name="juani vila bach" userId="140d79d91c36b714" providerId="LiveId" clId="{681BBBA0-CB6B-4408-8383-25A2ECA50787}" dt="2026-04-30T19:26:46.498" v="85" actId="1076"/>
          <ac:spMkLst>
            <pc:docMk/>
            <pc:sldMk cId="0" sldId="258"/>
            <ac:spMk id="3" creationId="{E45B287F-58A6-8485-55D0-F9E48B897313}"/>
          </ac:spMkLst>
        </pc:spChg>
        <pc:spChg chg="mod">
          <ac:chgData name="juani vila bach" userId="140d79d91c36b714" providerId="LiveId" clId="{681BBBA0-CB6B-4408-8383-25A2ECA50787}" dt="2026-04-29T20:47:04.565" v="20" actId="2711"/>
          <ac:spMkLst>
            <pc:docMk/>
            <pc:sldMk cId="0" sldId="258"/>
            <ac:spMk id="64" creationId="{00000000-0000-0000-0000-000000000000}"/>
          </ac:spMkLst>
        </pc:spChg>
        <pc:spChg chg="mod">
          <ac:chgData name="juani vila bach" userId="140d79d91c36b714" providerId="LiveId" clId="{681BBBA0-CB6B-4408-8383-25A2ECA50787}" dt="2026-04-29T20:47:04.565" v="20" actId="2711"/>
          <ac:spMkLst>
            <pc:docMk/>
            <pc:sldMk cId="0" sldId="258"/>
            <ac:spMk id="65" creationId="{00000000-0000-0000-0000-000000000000}"/>
          </ac:spMkLst>
        </pc:spChg>
      </pc:sldChg>
      <pc:sldChg chg="addSp delSp modSp mod">
        <pc:chgData name="juani vila bach" userId="140d79d91c36b714" providerId="LiveId" clId="{681BBBA0-CB6B-4408-8383-25A2ECA50787}" dt="2026-05-11T19:20:55.465" v="90" actId="1036"/>
        <pc:sldMkLst>
          <pc:docMk/>
          <pc:sldMk cId="0" sldId="259"/>
        </pc:sldMkLst>
        <pc:spChg chg="add mod">
          <ac:chgData name="juani vila bach" userId="140d79d91c36b714" providerId="LiveId" clId="{681BBBA0-CB6B-4408-8383-25A2ECA50787}" dt="2026-05-11T19:20:55.465" v="90" actId="1036"/>
          <ac:spMkLst>
            <pc:docMk/>
            <pc:sldMk cId="0" sldId="259"/>
            <ac:spMk id="8" creationId="{115AF92C-25E9-04EA-B674-EF27B6196475}"/>
          </ac:spMkLst>
        </pc:spChg>
        <pc:spChg chg="add mod">
          <ac:chgData name="juani vila bach" userId="140d79d91c36b714" providerId="LiveId" clId="{681BBBA0-CB6B-4408-8383-25A2ECA50787}" dt="2026-04-29T20:47:44.297" v="47"/>
          <ac:spMkLst>
            <pc:docMk/>
            <pc:sldMk cId="0" sldId="259"/>
            <ac:spMk id="9" creationId="{59495B10-42B3-1AB3-1F0D-ACB11F00205A}"/>
          </ac:spMkLst>
        </pc:spChg>
        <pc:spChg chg="add mod">
          <ac:chgData name="juani vila bach" userId="140d79d91c36b714" providerId="LiveId" clId="{681BBBA0-CB6B-4408-8383-25A2ECA50787}" dt="2026-05-11T19:20:55.465" v="90" actId="1036"/>
          <ac:spMkLst>
            <pc:docMk/>
            <pc:sldMk cId="0" sldId="259"/>
            <ac:spMk id="10" creationId="{371541A8-DFC1-2231-E365-51DD71558D4C}"/>
          </ac:spMkLst>
        </pc:spChg>
        <pc:spChg chg="add mod">
          <ac:chgData name="juani vila bach" userId="140d79d91c36b714" providerId="LiveId" clId="{681BBBA0-CB6B-4408-8383-25A2ECA50787}" dt="2026-04-29T20:47:44.297" v="47"/>
          <ac:spMkLst>
            <pc:docMk/>
            <pc:sldMk cId="0" sldId="259"/>
            <ac:spMk id="11" creationId="{0DAC3AC7-F012-2F7D-7D06-5C39F05B88AC}"/>
          </ac:spMkLst>
        </pc:spChg>
        <pc:spChg chg="add mod">
          <ac:chgData name="juani vila bach" userId="140d79d91c36b714" providerId="LiveId" clId="{681BBBA0-CB6B-4408-8383-25A2ECA50787}" dt="2026-05-11T19:20:55.465" v="90" actId="1036"/>
          <ac:spMkLst>
            <pc:docMk/>
            <pc:sldMk cId="0" sldId="259"/>
            <ac:spMk id="12" creationId="{DC0BE782-3E80-0C37-DC61-3D842BD3FF96}"/>
          </ac:spMkLst>
        </pc:spChg>
        <pc:spChg chg="add mod">
          <ac:chgData name="juani vila bach" userId="140d79d91c36b714" providerId="LiveId" clId="{681BBBA0-CB6B-4408-8383-25A2ECA50787}" dt="2026-04-29T20:47:44.297" v="47"/>
          <ac:spMkLst>
            <pc:docMk/>
            <pc:sldMk cId="0" sldId="259"/>
            <ac:spMk id="13" creationId="{7B669BB3-5AC2-D363-B2DC-30CE1EC4B127}"/>
          </ac:spMkLst>
        </pc:spChg>
      </pc:sldChg>
      <pc:sldChg chg="addSp delSp modSp mod">
        <pc:chgData name="juani vila bach" userId="140d79d91c36b714" providerId="LiveId" clId="{681BBBA0-CB6B-4408-8383-25A2ECA50787}" dt="2026-04-29T20:48:34.800" v="76" actId="1076"/>
        <pc:sldMkLst>
          <pc:docMk/>
          <pc:sldMk cId="0" sldId="260"/>
        </pc:sldMkLst>
        <pc:spChg chg="add mod">
          <ac:chgData name="juani vila bach" userId="140d79d91c36b714" providerId="LiveId" clId="{681BBBA0-CB6B-4408-8383-25A2ECA50787}" dt="2026-04-29T20:48:34.800" v="76" actId="1076"/>
          <ac:spMkLst>
            <pc:docMk/>
            <pc:sldMk cId="0" sldId="260"/>
            <ac:spMk id="2" creationId="{3808622E-C38C-C1E0-FD64-91A2DD39376D}"/>
          </ac:spMkLst>
        </pc:spChg>
      </pc:sldChg>
      <pc:sldChg chg="modSp mod">
        <pc:chgData name="juani vila bach" userId="140d79d91c36b714" providerId="LiveId" clId="{681BBBA0-CB6B-4408-8383-25A2ECA50787}" dt="2026-04-29T19:03:38.231" v="19" actId="1076"/>
        <pc:sldMkLst>
          <pc:docMk/>
          <pc:sldMk cId="0" sldId="261"/>
        </pc:sldMkLst>
        <pc:spChg chg="mod">
          <ac:chgData name="juani vila bach" userId="140d79d91c36b714" providerId="LiveId" clId="{681BBBA0-CB6B-4408-8383-25A2ECA50787}" dt="2026-04-29T19:03:38.231" v="19" actId="1076"/>
          <ac:spMkLst>
            <pc:docMk/>
            <pc:sldMk cId="0" sldId="261"/>
            <ac:spMk id="87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6-05-11T19:21:06.521" v="91" actId="255"/>
        <pc:sldMkLst>
          <pc:docMk/>
          <pc:sldMk cId="0" sldId="262"/>
        </pc:sldMkLst>
        <pc:spChg chg="mod">
          <ac:chgData name="juani vila bach" userId="140d79d91c36b714" providerId="LiveId" clId="{681BBBA0-CB6B-4408-8383-25A2ECA50787}" dt="2026-04-30T13:31:21.074" v="77" actId="255"/>
          <ac:spMkLst>
            <pc:docMk/>
            <pc:sldMk cId="0" sldId="262"/>
            <ac:spMk id="94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1:06.521" v="91" actId="255"/>
          <ac:spMkLst>
            <pc:docMk/>
            <pc:sldMk cId="0" sldId="262"/>
            <ac:spMk id="95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1:21.074" v="77" actId="255"/>
          <ac:spMkLst>
            <pc:docMk/>
            <pc:sldMk cId="0" sldId="262"/>
            <ac:spMk id="96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1:06.521" v="91" actId="255"/>
          <ac:spMkLst>
            <pc:docMk/>
            <pc:sldMk cId="0" sldId="262"/>
            <ac:spMk id="97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1:21.074" v="77" actId="255"/>
          <ac:spMkLst>
            <pc:docMk/>
            <pc:sldMk cId="0" sldId="262"/>
            <ac:spMk id="98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1:06.521" v="91" actId="255"/>
          <ac:spMkLst>
            <pc:docMk/>
            <pc:sldMk cId="0" sldId="262"/>
            <ac:spMk id="99" creationId="{00000000-0000-0000-0000-000000000000}"/>
          </ac:spMkLst>
        </pc:spChg>
        <pc:spChg chg="mod">
          <ac:chgData name="juani vila bach" userId="140d79d91c36b714" providerId="LiveId" clId="{681BBBA0-CB6B-4408-8383-25A2ECA50787}" dt="2026-04-30T13:31:21.074" v="77" actId="255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juani vila bach" userId="140d79d91c36b714" providerId="LiveId" clId="{681BBBA0-CB6B-4408-8383-25A2ECA50787}" dt="2026-05-11T19:21:06.521" v="91" actId="255"/>
          <ac:spMkLst>
            <pc:docMk/>
            <pc:sldMk cId="0" sldId="262"/>
            <ac:spMk id="10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d01f2f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9d01f2f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d01f2fe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9d01f2fe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d01f2fe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d01f2fe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9d01f2fe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9d01f2fe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d01f2f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9d01f2f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7c95eda3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7c95eda3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d01f2fe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d01f2fe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d01f2f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d01f2f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2585" y="2801690"/>
            <a:ext cx="87585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83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</a:t>
            </a:r>
            <a:r>
              <a:rPr lang="es-419" sz="3483" b="1" dirty="0" err="1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nombre_estudiante</a:t>
            </a:r>
            <a:r>
              <a:rPr lang="es-419" sz="3483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&gt;&gt;</a:t>
            </a:r>
            <a:endParaRPr sz="3483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464900" y="9563900"/>
            <a:ext cx="7200000" cy="7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</a:t>
            </a:r>
            <a:r>
              <a:rPr lang="es-419" sz="2600" dirty="0" err="1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intereses_padres</a:t>
            </a:r>
            <a:r>
              <a:rPr lang="es-419" sz="2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&gt;&gt;</a:t>
            </a:r>
            <a:endParaRPr sz="2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355150" y="14231950"/>
            <a:ext cx="74964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&lt;&lt;holland_padres_01&gt;&gt;</a:t>
            </a: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355150" y="15732850"/>
            <a:ext cx="74964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&lt;&lt;holland_padres_02&gt;&gt;</a:t>
            </a: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3" name="Google Shape;66;p15">
            <a:extLst>
              <a:ext uri="{FF2B5EF4-FFF2-40B4-BE49-F238E27FC236}">
                <a16:creationId xmlns:a16="http://schemas.microsoft.com/office/drawing/2014/main" id="{E45B287F-58A6-8485-55D0-F9E48B897313}"/>
              </a:ext>
            </a:extLst>
          </p:cNvPr>
          <p:cNvSpPr txBox="1"/>
          <p:nvPr/>
        </p:nvSpPr>
        <p:spPr>
          <a:xfrm>
            <a:off x="1883853" y="7846419"/>
            <a:ext cx="6519294" cy="4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983" dirty="0">
                <a:solidFill>
                  <a:srgbClr val="595959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&lt;&lt;URL GRAFICO HOLLAND&gt;&gt;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1;p16">
            <a:extLst>
              <a:ext uri="{FF2B5EF4-FFF2-40B4-BE49-F238E27FC236}">
                <a16:creationId xmlns:a16="http://schemas.microsoft.com/office/drawing/2014/main" id="{115AF92C-25E9-04EA-B674-EF27B6196475}"/>
              </a:ext>
            </a:extLst>
          </p:cNvPr>
          <p:cNvSpPr txBox="1"/>
          <p:nvPr/>
        </p:nvSpPr>
        <p:spPr>
          <a:xfrm>
            <a:off x="1450475" y="9329315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&lt;&lt;gardner_padres_01_desc&gt;&gt;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9" name="Google Shape;72;p16">
            <a:extLst>
              <a:ext uri="{FF2B5EF4-FFF2-40B4-BE49-F238E27FC236}">
                <a16:creationId xmlns:a16="http://schemas.microsoft.com/office/drawing/2014/main" id="{59495B10-42B3-1AB3-1F0D-ACB11F00205A}"/>
              </a:ext>
            </a:extLst>
          </p:cNvPr>
          <p:cNvSpPr txBox="1"/>
          <p:nvPr/>
        </p:nvSpPr>
        <p:spPr>
          <a:xfrm>
            <a:off x="1450475" y="8846724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&lt;&lt;gardner_01&gt;&gt;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Google Shape;73;p16">
            <a:extLst>
              <a:ext uri="{FF2B5EF4-FFF2-40B4-BE49-F238E27FC236}">
                <a16:creationId xmlns:a16="http://schemas.microsoft.com/office/drawing/2014/main" id="{371541A8-DFC1-2231-E365-51DD71558D4C}"/>
              </a:ext>
            </a:extLst>
          </p:cNvPr>
          <p:cNvSpPr txBox="1"/>
          <p:nvPr/>
        </p:nvSpPr>
        <p:spPr>
          <a:xfrm>
            <a:off x="1450475" y="12069253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&lt;&lt;gardner_padres_02_desc&gt;&gt;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11" name="Google Shape;74;p16">
            <a:extLst>
              <a:ext uri="{FF2B5EF4-FFF2-40B4-BE49-F238E27FC236}">
                <a16:creationId xmlns:a16="http://schemas.microsoft.com/office/drawing/2014/main" id="{0DAC3AC7-F012-2F7D-7D06-5C39F05B88AC}"/>
              </a:ext>
            </a:extLst>
          </p:cNvPr>
          <p:cNvSpPr txBox="1"/>
          <p:nvPr/>
        </p:nvSpPr>
        <p:spPr>
          <a:xfrm>
            <a:off x="1464900" y="11586662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&lt;&lt;gardner_02&gt;&gt;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12" name="Google Shape;75;p16">
            <a:extLst>
              <a:ext uri="{FF2B5EF4-FFF2-40B4-BE49-F238E27FC236}">
                <a16:creationId xmlns:a16="http://schemas.microsoft.com/office/drawing/2014/main" id="{DC0BE782-3E80-0C37-DC61-3D842BD3FF96}"/>
              </a:ext>
            </a:extLst>
          </p:cNvPr>
          <p:cNvSpPr txBox="1"/>
          <p:nvPr/>
        </p:nvSpPr>
        <p:spPr>
          <a:xfrm>
            <a:off x="1450475" y="15111789"/>
            <a:ext cx="7357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&lt;&lt;gardner_padres_03_desc&gt;&gt;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13" name="Google Shape;76;p16">
            <a:extLst>
              <a:ext uri="{FF2B5EF4-FFF2-40B4-BE49-F238E27FC236}">
                <a16:creationId xmlns:a16="http://schemas.microsoft.com/office/drawing/2014/main" id="{7B669BB3-5AC2-D363-B2DC-30CE1EC4B127}"/>
              </a:ext>
            </a:extLst>
          </p:cNvPr>
          <p:cNvSpPr txBox="1"/>
          <p:nvPr/>
        </p:nvSpPr>
        <p:spPr>
          <a:xfrm>
            <a:off x="1450475" y="14629198"/>
            <a:ext cx="7357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15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&lt;&lt;gardner_03&gt;&gt;</a:t>
            </a: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15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7">
            <a:extLst>
              <a:ext uri="{FF2B5EF4-FFF2-40B4-BE49-F238E27FC236}">
                <a16:creationId xmlns:a16="http://schemas.microsoft.com/office/drawing/2014/main" id="{3808622E-C38C-C1E0-FD64-91A2DD39376D}"/>
              </a:ext>
            </a:extLst>
          </p:cNvPr>
          <p:cNvSpPr txBox="1"/>
          <p:nvPr/>
        </p:nvSpPr>
        <p:spPr>
          <a:xfrm>
            <a:off x="1450863" y="10596283"/>
            <a:ext cx="7385274" cy="656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4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</a:t>
            </a:r>
            <a:r>
              <a:rPr lang="es-419" sz="2400" dirty="0" err="1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abstracto_desc</a:t>
            </a:r>
            <a:r>
              <a:rPr lang="es-419" sz="2400" dirty="0">
                <a:solidFill>
                  <a:schemeClr val="lt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&gt;&gt;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lang="es-419" sz="2400" dirty="0">
              <a:solidFill>
                <a:schemeClr val="lt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400" dirty="0">
              <a:solidFill>
                <a:schemeClr val="lt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743331" y="4459450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&lt;&lt;perseverancia_padres_01&gt;&gt;</a:t>
            </a: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743325" y="7021578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&lt;&lt;perseverancia_padres_02&gt;&gt;</a:t>
            </a: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2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743331" y="13969979"/>
            <a:ext cx="8743200" cy="15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&lt;&lt;emocional_padres_01&gt;&gt;</a:t>
            </a:r>
            <a:endParaRPr sz="20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743325" y="15952228"/>
            <a:ext cx="8743200" cy="1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000" b="1" dirty="0">
                <a:solidFill>
                  <a:schemeClr val="dk1"/>
                </a:solidFill>
                <a:latin typeface="Formular" panose="02000000000000000000" pitchFamily="2" charset="0"/>
                <a:ea typeface="Public Sans"/>
                <a:cs typeface="Public Sans"/>
                <a:sym typeface="Public Sans"/>
              </a:rPr>
              <a:t>&lt;&lt;emocional_padres_02&gt;&gt;</a:t>
            </a: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200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1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850" b="1" dirty="0">
              <a:solidFill>
                <a:schemeClr val="dk2"/>
              </a:solidFill>
              <a:latin typeface="Formular" panose="02000000000000000000" pitchFamily="2" charset="0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2180050" y="6255425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 dirty="0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&lt;&lt;CARRERA_01&gt;&gt;</a:t>
            </a:r>
            <a:endParaRPr sz="2600" b="1" dirty="0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744300" y="7206925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&lt;&lt;carrera_padres_01_desc&gt;&gt;</a:t>
            </a: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2180050" y="8685944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&lt;&lt;CARRERA_02&gt;&gt;</a:t>
            </a:r>
            <a:endParaRPr sz="2600" b="1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744300" y="9637444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853"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&lt;&lt;carrera_padres_02_desc&gt;&gt;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2180050" y="11362791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&lt;&lt;CARRERA_03&gt;&gt;</a:t>
            </a:r>
            <a:endParaRPr sz="2600" b="1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744300" y="12314291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853"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&lt;&lt;carrera_padres_03_desc&gt;&gt;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180050" y="13990374"/>
            <a:ext cx="73572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419" sz="2600" b="1">
                <a:solidFill>
                  <a:schemeClr val="dk1"/>
                </a:solidFill>
                <a:latin typeface="TT Squares Black" panose="02000505040000020003" pitchFamily="50" charset="0"/>
                <a:ea typeface="Public Sans"/>
                <a:cs typeface="Public Sans"/>
                <a:sym typeface="Public Sans"/>
              </a:rPr>
              <a:t>&lt;&lt;CARRERA_04&gt;&gt;</a:t>
            </a:r>
            <a:endParaRPr sz="2600" b="1">
              <a:solidFill>
                <a:schemeClr val="dk1"/>
              </a:solidFill>
              <a:latin typeface="TT Squares Black" panose="02000505040000020003" pitchFamily="50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744300" y="14941874"/>
            <a:ext cx="8793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buSzPts val="853"/>
            </a:pPr>
            <a:r>
              <a:rPr lang="es-419" sz="1600" dirty="0">
                <a:solidFill>
                  <a:schemeClr val="dk1"/>
                </a:solidFill>
                <a:latin typeface="Formular" panose="02000000000000000000" pitchFamily="2" charset="0"/>
                <a:ea typeface="Public Sans Light"/>
                <a:cs typeface="Public Sans Light"/>
                <a:sym typeface="Public Sans Light"/>
              </a:rPr>
              <a:t>&lt;&lt;carrera_padres_04_desc&gt;&gt;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1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dirty="0">
              <a:solidFill>
                <a:schemeClr val="dk2"/>
              </a:solidFill>
              <a:latin typeface="Formular" panose="02000000000000000000" pitchFamily="2" charset="0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160</Words>
  <Application>Microsoft Office PowerPoint</Application>
  <PresentationFormat>Custom</PresentationFormat>
  <Paragraphs>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Public Sans Light</vt:lpstr>
      <vt:lpstr>Formular</vt:lpstr>
      <vt:lpstr>TT Squares Black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2026-05-11T19:21:07Z</dcterms:modified>
</cp:coreProperties>
</file>