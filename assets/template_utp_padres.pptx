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2" dt="2026-04-29T19:02:51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29T19:03:38.231" v="19" actId="1076"/>
      <pc:docMkLst>
        <pc:docMk/>
      </pc:docMkLst>
      <pc:sldChg chg="modSp">
        <pc:chgData name="juani vila bach" userId="140d79d91c36b714" providerId="LiveId" clId="{681BBBA0-CB6B-4408-8383-25A2ECA50787}" dt="2026-04-29T19:02:50.123" v="17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19:02:50.123" v="17"/>
          <ac:spMkLst>
            <pc:docMk/>
            <pc:sldMk cId="0" sldId="258"/>
            <ac:spMk id="66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9T19:02:10.458" v="16" actId="1076"/>
        <pc:sldMkLst>
          <pc:docMk/>
          <pc:sldMk cId="0" sldId="259"/>
        </pc:sldMkLst>
        <pc:spChg chg="mod">
          <ac:chgData name="juani vila bach" userId="140d79d91c36b714" providerId="LiveId" clId="{681BBBA0-CB6B-4408-8383-25A2ECA50787}" dt="2026-04-29T19:02:10.458" v="16" actId="1076"/>
          <ac:spMkLst>
            <pc:docMk/>
            <pc:sldMk cId="0" sldId="259"/>
            <ac:spMk id="71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1:39.979" v="13" actId="20577"/>
          <ac:spMkLst>
            <pc:docMk/>
            <pc:sldMk cId="0" sldId="259"/>
            <ac:spMk id="72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2:03.386" v="15" actId="1076"/>
          <ac:spMkLst>
            <pc:docMk/>
            <pc:sldMk cId="0" sldId="259"/>
            <ac:spMk id="73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1:56.095" v="14" actId="1076"/>
          <ac:spMkLst>
            <pc:docMk/>
            <pc:sldMk cId="0" sldId="259"/>
            <ac:spMk id="7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1:12.064" v="1" actId="1076"/>
          <ac:spMkLst>
            <pc:docMk/>
            <pc:sldMk cId="0" sldId="259"/>
            <ac:spMk id="75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1:34.329" v="5" actId="1076"/>
          <ac:spMkLst>
            <pc:docMk/>
            <pc:sldMk cId="0" sldId="259"/>
            <ac:spMk id="76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s-419" sz="2983" dirty="0">
                <a:solidFill>
                  <a:schemeClr val="dk2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1450475" y="950534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450475" y="1224528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1450475" y="1528782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450475" y="10626625"/>
            <a:ext cx="7184700" cy="52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2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abstracto_padres_desc</a:t>
            </a: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22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162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TT Squares Black</vt:lpstr>
      <vt:lpstr>Arial</vt:lpstr>
      <vt:lpstr>Public Sans Light</vt:lpstr>
      <vt:lpstr>Formular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2026-04-29T19:03:45Z</dcterms:modified>
</cp:coreProperties>
</file>