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8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8" dt="2026-04-30T19:26:41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774" y="0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5-11T19:21:06.521" v="91" actId="255"/>
      <pc:docMkLst>
        <pc:docMk/>
      </pc:docMkLst>
      <pc:sldChg chg="addSp delSp modSp mod">
        <pc:chgData name="juani vila bach" userId="140d79d91c36b714" providerId="LiveId" clId="{681BBBA0-CB6B-4408-8383-25A2ECA50787}" dt="2026-04-30T19:26:46.498" v="85" actId="1076"/>
        <pc:sldMkLst>
          <pc:docMk/>
          <pc:sldMk cId="0" sldId="258"/>
        </pc:sldMkLst>
        <pc:spChg chg="add mod">
          <ac:chgData name="juani vila bach" userId="140d79d91c36b714" providerId="LiveId" clId="{681BBBA0-CB6B-4408-8383-25A2ECA50787}" dt="2026-04-30T19:26:46.498" v="85" actId="1076"/>
          <ac:spMkLst>
            <pc:docMk/>
            <pc:sldMk cId="0" sldId="258"/>
            <ac:spMk id="3" creationId="{E45B287F-58A6-8485-55D0-F9E48B897313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5-11T19:20:55.465" v="90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5-11T19:21:06.521" v="91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9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100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1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1513A7-6D62-289B-CE99-FAF228458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4" name="Google Shape;54;p13"/>
          <p:cNvSpPr txBox="1"/>
          <p:nvPr/>
        </p:nvSpPr>
        <p:spPr>
          <a:xfrm>
            <a:off x="764250" y="3036152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66;p15">
            <a:extLst>
              <a:ext uri="{FF2B5EF4-FFF2-40B4-BE49-F238E27FC236}">
                <a16:creationId xmlns:a16="http://schemas.microsoft.com/office/drawing/2014/main" id="{E45B287F-58A6-8485-55D0-F9E48B897313}"/>
              </a:ext>
            </a:extLst>
          </p:cNvPr>
          <p:cNvSpPr txBox="1"/>
          <p:nvPr/>
        </p:nvSpPr>
        <p:spPr>
          <a:xfrm>
            <a:off x="1883853" y="7846419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32931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06925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11178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160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Formular</vt:lpstr>
      <vt:lpstr>Public Sans Light</vt:lpstr>
      <vt:lpstr>Arial</vt:lpstr>
      <vt:lpstr>TT Squares Black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5</cp:revision>
  <dcterms:modified xsi:type="dcterms:W3CDTF">2026-06-02T17:05:46Z</dcterms:modified>
</cp:coreProperties>
</file>