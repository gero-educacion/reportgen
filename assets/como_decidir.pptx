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18288000" cx="10287000"/>
  <p:notesSz cx="6858000" cy="9144000"/>
  <p:embeddedFontLst>
    <p:embeddedFont>
      <p:font typeface="Public Sans Medium"/>
      <p:regular r:id="rId21"/>
      <p:bold r:id="rId22"/>
      <p:italic r:id="rId23"/>
      <p:boldItalic r:id="rId24"/>
    </p:embeddedFont>
    <p:embeddedFont>
      <p:font typeface="Public Sans"/>
      <p:regular r:id="rId25"/>
      <p:bold r:id="rId26"/>
      <p:italic r:id="rId27"/>
      <p:boldItalic r:id="rId28"/>
    </p:embeddedFont>
    <p:embeddedFont>
      <p:font typeface="Archivo"/>
      <p:regular r:id="rId29"/>
      <p:bold r:id="rId30"/>
      <p:italic r:id="rId31"/>
      <p:boldItalic r:id="rId32"/>
    </p:embeddedFont>
    <p:embeddedFont>
      <p:font typeface="Public Sans Light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760">
          <p15:clr>
            <a:srgbClr val="747775"/>
          </p15:clr>
        </p15:guide>
        <p15:guide id="2" pos="324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760" orient="horz"/>
        <p:guide pos="32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PublicSansMedium-bold.fntdata"/><Relationship Id="rId21" Type="http://schemas.openxmlformats.org/officeDocument/2006/relationships/font" Target="fonts/PublicSansMedium-regular.fntdata"/><Relationship Id="rId24" Type="http://schemas.openxmlformats.org/officeDocument/2006/relationships/font" Target="fonts/PublicSansMedium-boldItalic.fntdata"/><Relationship Id="rId23" Type="http://schemas.openxmlformats.org/officeDocument/2006/relationships/font" Target="fonts/PublicSansMedium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ublicSans-bold.fntdata"/><Relationship Id="rId25" Type="http://schemas.openxmlformats.org/officeDocument/2006/relationships/font" Target="fonts/PublicSans-regular.fntdata"/><Relationship Id="rId28" Type="http://schemas.openxmlformats.org/officeDocument/2006/relationships/font" Target="fonts/PublicSans-boldItalic.fntdata"/><Relationship Id="rId27" Type="http://schemas.openxmlformats.org/officeDocument/2006/relationships/font" Target="fonts/Public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Archiv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Archivo-italic.fntdata"/><Relationship Id="rId30" Type="http://schemas.openxmlformats.org/officeDocument/2006/relationships/font" Target="fonts/Archivo-bold.fntdata"/><Relationship Id="rId11" Type="http://schemas.openxmlformats.org/officeDocument/2006/relationships/slide" Target="slides/slide6.xml"/><Relationship Id="rId33" Type="http://schemas.openxmlformats.org/officeDocument/2006/relationships/font" Target="fonts/PublicSansLight-regular.fntdata"/><Relationship Id="rId10" Type="http://schemas.openxmlformats.org/officeDocument/2006/relationships/slide" Target="slides/slide5.xml"/><Relationship Id="rId32" Type="http://schemas.openxmlformats.org/officeDocument/2006/relationships/font" Target="fonts/Archivo-boldItalic.fntdata"/><Relationship Id="rId13" Type="http://schemas.openxmlformats.org/officeDocument/2006/relationships/slide" Target="slides/slide8.xml"/><Relationship Id="rId35" Type="http://schemas.openxmlformats.org/officeDocument/2006/relationships/font" Target="fonts/PublicSansLight-italic.fntdata"/><Relationship Id="rId12" Type="http://schemas.openxmlformats.org/officeDocument/2006/relationships/slide" Target="slides/slide7.xml"/><Relationship Id="rId34" Type="http://schemas.openxmlformats.org/officeDocument/2006/relationships/font" Target="fonts/PublicSansLight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PublicSansLight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2464894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d5cb94d081_0_147:notes"/>
          <p:cNvSpPr/>
          <p:nvPr>
            <p:ph idx="2" type="sldImg"/>
          </p:nvPr>
        </p:nvSpPr>
        <p:spPr>
          <a:xfrm>
            <a:off x="2464894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d5cb94d081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d5cb94d081_0_150:notes"/>
          <p:cNvSpPr/>
          <p:nvPr>
            <p:ph idx="2" type="sldImg"/>
          </p:nvPr>
        </p:nvSpPr>
        <p:spPr>
          <a:xfrm>
            <a:off x="2464894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d5cb94d081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d5cb94d081_0_153:notes"/>
          <p:cNvSpPr/>
          <p:nvPr>
            <p:ph idx="2" type="sldImg"/>
          </p:nvPr>
        </p:nvSpPr>
        <p:spPr>
          <a:xfrm>
            <a:off x="2464894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d5cb94d081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d5cb94d081_0_156:notes"/>
          <p:cNvSpPr/>
          <p:nvPr>
            <p:ph idx="2" type="sldImg"/>
          </p:nvPr>
        </p:nvSpPr>
        <p:spPr>
          <a:xfrm>
            <a:off x="2464894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d5cb94d081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d5cb94d081_0_159:notes"/>
          <p:cNvSpPr/>
          <p:nvPr>
            <p:ph idx="2" type="sldImg"/>
          </p:nvPr>
        </p:nvSpPr>
        <p:spPr>
          <a:xfrm>
            <a:off x="2464894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d5cb94d081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d5cb94d081_0_162:notes"/>
          <p:cNvSpPr/>
          <p:nvPr>
            <p:ph idx="2" type="sldImg"/>
          </p:nvPr>
        </p:nvSpPr>
        <p:spPr>
          <a:xfrm>
            <a:off x="2464894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d5cb94d081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d5cb94d081_0_165:notes"/>
          <p:cNvSpPr/>
          <p:nvPr>
            <p:ph idx="2" type="sldImg"/>
          </p:nvPr>
        </p:nvSpPr>
        <p:spPr>
          <a:xfrm>
            <a:off x="2464894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d5cb94d081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d5cb94d081_0_168:notes"/>
          <p:cNvSpPr/>
          <p:nvPr>
            <p:ph idx="2" type="sldImg"/>
          </p:nvPr>
        </p:nvSpPr>
        <p:spPr>
          <a:xfrm>
            <a:off x="2464894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d5cb94d081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5cb94d081_0_171:notes"/>
          <p:cNvSpPr/>
          <p:nvPr>
            <p:ph idx="2" type="sldImg"/>
          </p:nvPr>
        </p:nvSpPr>
        <p:spPr>
          <a:xfrm>
            <a:off x="2464894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5cb94d081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d5cb94d081_0_174:notes"/>
          <p:cNvSpPr/>
          <p:nvPr>
            <p:ph idx="2" type="sldImg"/>
          </p:nvPr>
        </p:nvSpPr>
        <p:spPr>
          <a:xfrm>
            <a:off x="2464894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d5cb94d081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d5cb94d081_0_177:notes"/>
          <p:cNvSpPr/>
          <p:nvPr>
            <p:ph idx="2" type="sldImg"/>
          </p:nvPr>
        </p:nvSpPr>
        <p:spPr>
          <a:xfrm>
            <a:off x="2464894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d5cb94d081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d5cb94d081_0_180:notes"/>
          <p:cNvSpPr/>
          <p:nvPr>
            <p:ph idx="2" type="sldImg"/>
          </p:nvPr>
        </p:nvSpPr>
        <p:spPr>
          <a:xfrm>
            <a:off x="2464894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d5cb94d081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d5cb94d081_0_183:notes"/>
          <p:cNvSpPr/>
          <p:nvPr>
            <p:ph idx="2" type="sldImg"/>
          </p:nvPr>
        </p:nvSpPr>
        <p:spPr>
          <a:xfrm>
            <a:off x="2464894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d5cb94d081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d5cb94d081_0_186:notes"/>
          <p:cNvSpPr/>
          <p:nvPr>
            <p:ph idx="2" type="sldImg"/>
          </p:nvPr>
        </p:nvSpPr>
        <p:spPr>
          <a:xfrm>
            <a:off x="2464894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d5cb94d081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50672" y="2647378"/>
            <a:ext cx="9585600" cy="7298100"/>
          </a:xfrm>
          <a:prstGeom prst="rect">
            <a:avLst/>
          </a:prstGeom>
        </p:spPr>
        <p:txBody>
          <a:bodyPr anchorCtr="0" anchor="b" bIns="176925" lIns="176925" spcFirstLastPara="1" rIns="176925" wrap="square" tIns="176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50663" y="10076889"/>
            <a:ext cx="9585600" cy="28182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50663" y="7647467"/>
            <a:ext cx="9585600" cy="29931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50663" y="4097689"/>
            <a:ext cx="9585600" cy="121473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450850" lvl="0" marL="457200">
              <a:spcBef>
                <a:spcPts val="0"/>
              </a:spcBef>
              <a:spcAft>
                <a:spcPts val="0"/>
              </a:spcAft>
              <a:buSzPts val="3500"/>
              <a:buChar char="●"/>
              <a:defRPr/>
            </a:lvl1pPr>
            <a:lvl2pPr indent="-400050" lvl="1" marL="914400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2pPr>
            <a:lvl3pPr indent="-400050" lvl="2" marL="1371600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3pPr>
            <a:lvl4pPr indent="-400050" lvl="3" marL="1828800">
              <a:spcBef>
                <a:spcPts val="0"/>
              </a:spcBef>
              <a:spcAft>
                <a:spcPts val="0"/>
              </a:spcAft>
              <a:buSzPts val="2700"/>
              <a:buChar char="●"/>
              <a:defRPr/>
            </a:lvl4pPr>
            <a:lvl5pPr indent="-400050" lvl="4" marL="2286000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5pPr>
            <a:lvl6pPr indent="-400050" lvl="5" marL="2743200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6pPr>
            <a:lvl7pPr indent="-400050" lvl="6" marL="3200400">
              <a:spcBef>
                <a:spcPts val="0"/>
              </a:spcBef>
              <a:spcAft>
                <a:spcPts val="0"/>
              </a:spcAft>
              <a:buSzPts val="2700"/>
              <a:buChar char="●"/>
              <a:defRPr/>
            </a:lvl7pPr>
            <a:lvl8pPr indent="-400050" lvl="7" marL="3657600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8pPr>
            <a:lvl9pPr indent="-400050" lvl="8" marL="4114800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50663" y="4097689"/>
            <a:ext cx="4500000" cy="121473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400050" lvl="0" marL="457200">
              <a:spcBef>
                <a:spcPts val="0"/>
              </a:spcBef>
              <a:spcAft>
                <a:spcPts val="0"/>
              </a:spcAft>
              <a:buSzPts val="2700"/>
              <a:buChar char="●"/>
              <a:defRPr sz="2700"/>
            </a:lvl1pPr>
            <a:lvl2pPr indent="-374650" lvl="1" marL="91440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2pPr>
            <a:lvl3pPr indent="-374650" lvl="2" marL="137160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3pPr>
            <a:lvl4pPr indent="-374650" lvl="3" marL="182880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4pPr>
            <a:lvl5pPr indent="-374650" lvl="4" marL="228600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5pPr>
            <a:lvl6pPr indent="-374650" lvl="5" marL="274320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6pPr>
            <a:lvl7pPr indent="-374650" lvl="6" marL="320040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7pPr>
            <a:lvl8pPr indent="-374650" lvl="7" marL="365760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8pPr>
            <a:lvl9pPr indent="-374650" lvl="8" marL="411480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436450" y="4097689"/>
            <a:ext cx="4500000" cy="121473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400050" lvl="0" marL="457200">
              <a:spcBef>
                <a:spcPts val="0"/>
              </a:spcBef>
              <a:spcAft>
                <a:spcPts val="0"/>
              </a:spcAft>
              <a:buSzPts val="2700"/>
              <a:buChar char="●"/>
              <a:defRPr sz="2700"/>
            </a:lvl1pPr>
            <a:lvl2pPr indent="-374650" lvl="1" marL="91440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2pPr>
            <a:lvl3pPr indent="-374650" lvl="2" marL="137160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3pPr>
            <a:lvl4pPr indent="-374650" lvl="3" marL="182880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4pPr>
            <a:lvl5pPr indent="-374650" lvl="4" marL="228600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5pPr>
            <a:lvl6pPr indent="-374650" lvl="5" marL="274320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6pPr>
            <a:lvl7pPr indent="-374650" lvl="6" marL="320040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7pPr>
            <a:lvl8pPr indent="-374650" lvl="7" marL="365760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8pPr>
            <a:lvl9pPr indent="-374650" lvl="8" marL="411480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50663" y="1975467"/>
            <a:ext cx="3159000" cy="2686800"/>
          </a:xfrm>
          <a:prstGeom prst="rect">
            <a:avLst/>
          </a:prstGeom>
        </p:spPr>
        <p:txBody>
          <a:bodyPr anchorCtr="0" anchor="b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50663" y="4940800"/>
            <a:ext cx="3159000" cy="113046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374650" lvl="0" marL="45720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1pPr>
            <a:lvl2pPr indent="-374650" lvl="1" marL="91440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2pPr>
            <a:lvl3pPr indent="-374650" lvl="2" marL="137160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3pPr>
            <a:lvl4pPr indent="-374650" lvl="3" marL="182880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4pPr>
            <a:lvl5pPr indent="-374650" lvl="4" marL="228600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5pPr>
            <a:lvl6pPr indent="-374650" lvl="5" marL="274320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6pPr>
            <a:lvl7pPr indent="-374650" lvl="6" marL="320040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7pPr>
            <a:lvl8pPr indent="-374650" lvl="7" marL="365760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8pPr>
            <a:lvl9pPr indent="-374650" lvl="8" marL="411480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51531" y="1600533"/>
            <a:ext cx="7163700" cy="145452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1pPr>
            <a:lvl2pPr lvl="1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2pPr>
            <a:lvl3pPr lvl="2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3pPr>
            <a:lvl4pPr lvl="3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4pPr>
            <a:lvl5pPr lvl="4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5pPr>
            <a:lvl6pPr lvl="5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6pPr>
            <a:lvl7pPr lvl="6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7pPr>
            <a:lvl8pPr lvl="7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8pPr>
            <a:lvl9pPr lvl="8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143500" y="-444"/>
            <a:ext cx="5143500" cy="1828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76925" lIns="176925" spcFirstLastPara="1" rIns="176925" wrap="square" tIns="176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98688" y="4384622"/>
            <a:ext cx="4550700" cy="5270400"/>
          </a:xfrm>
          <a:prstGeom prst="rect">
            <a:avLst/>
          </a:prstGeom>
        </p:spPr>
        <p:txBody>
          <a:bodyPr anchorCtr="0" anchor="b" bIns="176925" lIns="176925" spcFirstLastPara="1" rIns="176925" wrap="square" tIns="176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1pPr>
            <a:lvl2pPr lvl="1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2pPr>
            <a:lvl3pPr lvl="2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3pPr>
            <a:lvl4pPr lvl="3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4pPr>
            <a:lvl5pPr lvl="4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5pPr>
            <a:lvl6pPr lvl="5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6pPr>
            <a:lvl7pPr lvl="6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7pPr>
            <a:lvl8pPr lvl="7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8pPr>
            <a:lvl9pPr lvl="8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98688" y="9966489"/>
            <a:ext cx="4550700" cy="43914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556938" y="2574489"/>
            <a:ext cx="4316700" cy="131382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indent="-450850" lvl="0" marL="457200">
              <a:spcBef>
                <a:spcPts val="0"/>
              </a:spcBef>
              <a:spcAft>
                <a:spcPts val="0"/>
              </a:spcAft>
              <a:buSzPts val="3500"/>
              <a:buChar char="●"/>
              <a:defRPr/>
            </a:lvl1pPr>
            <a:lvl2pPr indent="-400050" lvl="1" marL="914400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2pPr>
            <a:lvl3pPr indent="-400050" lvl="2" marL="1371600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3pPr>
            <a:lvl4pPr indent="-400050" lvl="3" marL="1828800">
              <a:spcBef>
                <a:spcPts val="0"/>
              </a:spcBef>
              <a:spcAft>
                <a:spcPts val="0"/>
              </a:spcAft>
              <a:buSzPts val="2700"/>
              <a:buChar char="●"/>
              <a:defRPr/>
            </a:lvl4pPr>
            <a:lvl5pPr indent="-400050" lvl="4" marL="2286000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5pPr>
            <a:lvl6pPr indent="-400050" lvl="5" marL="2743200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6pPr>
            <a:lvl7pPr indent="-400050" lvl="6" marL="3200400">
              <a:spcBef>
                <a:spcPts val="0"/>
              </a:spcBef>
              <a:spcAft>
                <a:spcPts val="0"/>
              </a:spcAft>
              <a:buSzPts val="2700"/>
              <a:buChar char="●"/>
              <a:defRPr/>
            </a:lvl7pPr>
            <a:lvl8pPr indent="-400050" lvl="7" marL="3657600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8pPr>
            <a:lvl9pPr indent="-400050" lvl="8" marL="4114800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50663" y="15042044"/>
            <a:ext cx="6748800" cy="21516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50663" y="3932889"/>
            <a:ext cx="9585600" cy="6981300"/>
          </a:xfrm>
          <a:prstGeom prst="rect">
            <a:avLst/>
          </a:prstGeom>
        </p:spPr>
        <p:txBody>
          <a:bodyPr anchorCtr="0" anchor="b" bIns="176925" lIns="176925" spcFirstLastPara="1" rIns="176925" wrap="square" tIns="176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50663" y="11207911"/>
            <a:ext cx="9585600" cy="46251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450850" lvl="0" marL="457200" algn="ctr">
              <a:spcBef>
                <a:spcPts val="0"/>
              </a:spcBef>
              <a:spcAft>
                <a:spcPts val="0"/>
              </a:spcAft>
              <a:buSzPts val="3500"/>
              <a:buChar char="●"/>
              <a:defRPr/>
            </a:lvl1pPr>
            <a:lvl2pPr indent="-400050" lvl="1" marL="914400" algn="ctr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2pPr>
            <a:lvl3pPr indent="-400050" lvl="2" marL="1371600" algn="ctr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3pPr>
            <a:lvl4pPr indent="-400050" lvl="3" marL="1828800" algn="ctr">
              <a:spcBef>
                <a:spcPts val="0"/>
              </a:spcBef>
              <a:spcAft>
                <a:spcPts val="0"/>
              </a:spcAft>
              <a:buSzPts val="2700"/>
              <a:buChar char="●"/>
              <a:defRPr/>
            </a:lvl4pPr>
            <a:lvl5pPr indent="-400050" lvl="4" marL="2286000" algn="ctr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5pPr>
            <a:lvl6pPr indent="-400050" lvl="5" marL="2743200" algn="ctr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6pPr>
            <a:lvl7pPr indent="-400050" lvl="6" marL="3200400" algn="ctr">
              <a:spcBef>
                <a:spcPts val="0"/>
              </a:spcBef>
              <a:spcAft>
                <a:spcPts val="0"/>
              </a:spcAft>
              <a:buSzPts val="2700"/>
              <a:buChar char="●"/>
              <a:defRPr/>
            </a:lvl7pPr>
            <a:lvl8pPr indent="-400050" lvl="7" marL="3657600" algn="ctr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8pPr>
            <a:lvl9pPr indent="-400050" lvl="8" marL="4114800" algn="ctr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50663" y="4097689"/>
            <a:ext cx="9585600" cy="12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4508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Char char="●"/>
              <a:defRPr sz="3500">
                <a:solidFill>
                  <a:schemeClr val="dk2"/>
                </a:solidFill>
              </a:defRPr>
            </a:lvl1pPr>
            <a:lvl2pPr indent="-4000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○"/>
              <a:defRPr sz="2700">
                <a:solidFill>
                  <a:schemeClr val="dk2"/>
                </a:solidFill>
              </a:defRPr>
            </a:lvl2pPr>
            <a:lvl3pPr indent="-4000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■"/>
              <a:defRPr sz="2700">
                <a:solidFill>
                  <a:schemeClr val="dk2"/>
                </a:solidFill>
              </a:defRPr>
            </a:lvl3pPr>
            <a:lvl4pPr indent="-4000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●"/>
              <a:defRPr sz="2700">
                <a:solidFill>
                  <a:schemeClr val="dk2"/>
                </a:solidFill>
              </a:defRPr>
            </a:lvl4pPr>
            <a:lvl5pPr indent="-4000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○"/>
              <a:defRPr sz="2700">
                <a:solidFill>
                  <a:schemeClr val="dk2"/>
                </a:solidFill>
              </a:defRPr>
            </a:lvl5pPr>
            <a:lvl6pPr indent="-4000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■"/>
              <a:defRPr sz="2700">
                <a:solidFill>
                  <a:schemeClr val="dk2"/>
                </a:solidFill>
              </a:defRPr>
            </a:lvl6pPr>
            <a:lvl7pPr indent="-4000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●"/>
              <a:defRPr sz="2700">
                <a:solidFill>
                  <a:schemeClr val="dk2"/>
                </a:solidFill>
              </a:defRPr>
            </a:lvl7pPr>
            <a:lvl8pPr indent="-4000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○"/>
              <a:defRPr sz="2700">
                <a:solidFill>
                  <a:schemeClr val="dk2"/>
                </a:solidFill>
              </a:defRPr>
            </a:lvl8pPr>
            <a:lvl9pPr indent="-4000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■"/>
              <a:defRPr sz="27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 algn="r">
              <a:buNone/>
              <a:defRPr sz="1900">
                <a:solidFill>
                  <a:schemeClr val="dk2"/>
                </a:solidFill>
              </a:defRPr>
            </a:lvl1pPr>
            <a:lvl2pPr lvl="1" algn="r">
              <a:buNone/>
              <a:defRPr sz="1900">
                <a:solidFill>
                  <a:schemeClr val="dk2"/>
                </a:solidFill>
              </a:defRPr>
            </a:lvl2pPr>
            <a:lvl3pPr lvl="2" algn="r">
              <a:buNone/>
              <a:defRPr sz="1900">
                <a:solidFill>
                  <a:schemeClr val="dk2"/>
                </a:solidFill>
              </a:defRPr>
            </a:lvl3pPr>
            <a:lvl4pPr lvl="3" algn="r">
              <a:buNone/>
              <a:defRPr sz="1900">
                <a:solidFill>
                  <a:schemeClr val="dk2"/>
                </a:solidFill>
              </a:defRPr>
            </a:lvl4pPr>
            <a:lvl5pPr lvl="4" algn="r">
              <a:buNone/>
              <a:defRPr sz="1900">
                <a:solidFill>
                  <a:schemeClr val="dk2"/>
                </a:solidFill>
              </a:defRPr>
            </a:lvl5pPr>
            <a:lvl6pPr lvl="5" algn="r">
              <a:buNone/>
              <a:defRPr sz="1900">
                <a:solidFill>
                  <a:schemeClr val="dk2"/>
                </a:solidFill>
              </a:defRPr>
            </a:lvl6pPr>
            <a:lvl7pPr lvl="6" algn="r">
              <a:buNone/>
              <a:defRPr sz="1900">
                <a:solidFill>
                  <a:schemeClr val="dk2"/>
                </a:solidFill>
              </a:defRPr>
            </a:lvl7pPr>
            <a:lvl8pPr lvl="7" algn="r">
              <a:buNone/>
              <a:defRPr sz="1900">
                <a:solidFill>
                  <a:schemeClr val="dk2"/>
                </a:solidFill>
              </a:defRPr>
            </a:lvl8pPr>
            <a:lvl9pPr lvl="8" algn="r">
              <a:buNone/>
              <a:defRPr sz="19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81597" y="3927153"/>
            <a:ext cx="7336500" cy="16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&lt;&lt;Nombre y Apellido&gt;&gt;</a:t>
            </a:r>
            <a:endParaRPr b="1" sz="38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/>
        </p:nvSpPr>
        <p:spPr>
          <a:xfrm>
            <a:off x="1039200" y="10609100"/>
            <a:ext cx="8208600" cy="58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&lt;&lt;Tu meta&gt;&gt;</a:t>
            </a:r>
            <a:endParaRPr sz="3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/>
          <p:nvPr/>
        </p:nvSpPr>
        <p:spPr>
          <a:xfrm>
            <a:off x="2321650" y="6738614"/>
            <a:ext cx="7168500" cy="157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</a:t>
            </a:r>
            <a:r>
              <a:rPr b="1" lang="en" sz="3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Importancia de la meta 1</a:t>
            </a:r>
            <a:r>
              <a:rPr b="1" lang="en" sz="3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&gt;&gt;</a:t>
            </a:r>
            <a:endParaRPr b="1" sz="3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9" name="Google Shape;69;p16"/>
          <p:cNvSpPr txBox="1"/>
          <p:nvPr/>
        </p:nvSpPr>
        <p:spPr>
          <a:xfrm>
            <a:off x="946075" y="8479081"/>
            <a:ext cx="8301600" cy="25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&lt;&lt;Texto Importancia de la meta 1&gt;&gt;</a:t>
            </a:r>
            <a:endParaRPr i="1" sz="3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0" name="Google Shape;70;p16"/>
          <p:cNvSpPr txBox="1"/>
          <p:nvPr/>
        </p:nvSpPr>
        <p:spPr>
          <a:xfrm>
            <a:off x="2321650" y="11318735"/>
            <a:ext cx="7168500" cy="157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&lt;&lt;Importancia de la meta 2&gt;&gt;</a:t>
            </a:r>
            <a:endParaRPr b="1" sz="3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1" name="Google Shape;71;p16"/>
          <p:cNvSpPr txBox="1"/>
          <p:nvPr/>
        </p:nvSpPr>
        <p:spPr>
          <a:xfrm>
            <a:off x="946075" y="13298759"/>
            <a:ext cx="8301600" cy="25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&lt;&lt;Texto Importancia de la meta 2&gt;&gt;</a:t>
            </a:r>
            <a:endParaRPr i="1" sz="3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/>
        </p:nvSpPr>
        <p:spPr>
          <a:xfrm>
            <a:off x="3074450" y="6176335"/>
            <a:ext cx="6198900" cy="28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&lt;&lt;Pensamientos 1&gt;&gt;</a:t>
            </a:r>
            <a:endParaRPr b="1" sz="4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1" name="Google Shape;81;p18"/>
          <p:cNvSpPr txBox="1"/>
          <p:nvPr/>
        </p:nvSpPr>
        <p:spPr>
          <a:xfrm>
            <a:off x="1226900" y="10165950"/>
            <a:ext cx="8046600" cy="57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Public Sans Light"/>
                <a:ea typeface="Public Sans Light"/>
                <a:cs typeface="Public Sans Light"/>
                <a:sym typeface="Public Sans Light"/>
              </a:rPr>
              <a:t>&lt;&lt;Texto Pensamientos 1&gt;&gt;</a:t>
            </a:r>
            <a:endParaRPr sz="4000">
              <a:solidFill>
                <a:schemeClr val="dk1"/>
              </a:solidFill>
              <a:latin typeface="Public Sans Light"/>
              <a:ea typeface="Public Sans Light"/>
              <a:cs typeface="Public Sans Light"/>
              <a:sym typeface="Public Sans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/>
        </p:nvSpPr>
        <p:spPr>
          <a:xfrm>
            <a:off x="2967750" y="1062120"/>
            <a:ext cx="6198900" cy="28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&lt;&lt;Pensamientos 2&gt;&gt;</a:t>
            </a:r>
            <a:endParaRPr b="1" sz="4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7" name="Google Shape;87;p19"/>
          <p:cNvSpPr txBox="1"/>
          <p:nvPr/>
        </p:nvSpPr>
        <p:spPr>
          <a:xfrm>
            <a:off x="1120200" y="5051735"/>
            <a:ext cx="8046600" cy="57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Public Sans Light"/>
                <a:ea typeface="Public Sans Light"/>
                <a:cs typeface="Public Sans Light"/>
                <a:sym typeface="Public Sans Light"/>
              </a:rPr>
              <a:t>&lt;&lt;Texto Pensamientos 2&gt;&gt;</a:t>
            </a:r>
            <a:endParaRPr sz="4000">
              <a:solidFill>
                <a:schemeClr val="dk1"/>
              </a:solidFill>
              <a:latin typeface="Public Sans Light"/>
              <a:ea typeface="Public Sans Light"/>
              <a:cs typeface="Public Sans Light"/>
              <a:sym typeface="Public Sans 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1"/>
          <p:cNvSpPr txBox="1"/>
          <p:nvPr/>
        </p:nvSpPr>
        <p:spPr>
          <a:xfrm>
            <a:off x="936800" y="5931575"/>
            <a:ext cx="8417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191B32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&lt;&lt;Emociones&gt;&gt;</a:t>
            </a:r>
            <a:endParaRPr sz="4000">
              <a:solidFill>
                <a:srgbClr val="191B32"/>
              </a:solidFill>
              <a:latin typeface="Public Sans Medium"/>
              <a:ea typeface="Public Sans Medium"/>
              <a:cs typeface="Public Sans Medium"/>
              <a:sym typeface="Public Sans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2"/>
          <p:cNvSpPr txBox="1"/>
          <p:nvPr/>
        </p:nvSpPr>
        <p:spPr>
          <a:xfrm>
            <a:off x="810475" y="5457900"/>
            <a:ext cx="5976600" cy="32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&lt;&lt;Obstáculos&gt;&gt;</a:t>
            </a:r>
            <a:endParaRPr b="1" sz="40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2" name="Google Shape;102;p22"/>
          <p:cNvSpPr txBox="1"/>
          <p:nvPr/>
        </p:nvSpPr>
        <p:spPr>
          <a:xfrm>
            <a:off x="936800" y="5931575"/>
            <a:ext cx="8417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191B32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&lt;&lt;Obst</a:t>
            </a:r>
            <a:r>
              <a:rPr lang="en" sz="4000">
                <a:solidFill>
                  <a:srgbClr val="191B32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áculos</a:t>
            </a:r>
            <a:r>
              <a:rPr lang="en" sz="4000">
                <a:solidFill>
                  <a:srgbClr val="191B32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&gt;&gt;</a:t>
            </a:r>
            <a:endParaRPr sz="4000">
              <a:solidFill>
                <a:srgbClr val="191B32"/>
              </a:solidFill>
              <a:latin typeface="Public Sans Medium"/>
              <a:ea typeface="Public Sans Medium"/>
              <a:cs typeface="Public Sans Medium"/>
              <a:sym typeface="Public Sans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3"/>
          <p:cNvSpPr txBox="1"/>
          <p:nvPr/>
        </p:nvSpPr>
        <p:spPr>
          <a:xfrm>
            <a:off x="936800" y="7006375"/>
            <a:ext cx="8417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191B32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&lt;&lt;Fortalezas&gt;&gt;</a:t>
            </a:r>
            <a:endParaRPr sz="4000">
              <a:solidFill>
                <a:srgbClr val="191B32"/>
              </a:solidFill>
              <a:latin typeface="Public Sans Medium"/>
              <a:ea typeface="Public Sans Medium"/>
              <a:cs typeface="Public Sans Medium"/>
              <a:sym typeface="Public Sans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4"/>
          <p:cNvSpPr txBox="1"/>
          <p:nvPr/>
        </p:nvSpPr>
        <p:spPr>
          <a:xfrm>
            <a:off x="2728875" y="6954367"/>
            <a:ext cx="6394800" cy="19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&lt;&lt;Ayuda 1&gt;&gt;</a:t>
            </a:r>
            <a:endParaRPr b="1" sz="3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13" name="Google Shape;113;p24"/>
          <p:cNvSpPr txBox="1"/>
          <p:nvPr/>
        </p:nvSpPr>
        <p:spPr>
          <a:xfrm>
            <a:off x="1666725" y="8905867"/>
            <a:ext cx="8208600" cy="212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>
                <a:solidFill>
                  <a:schemeClr val="dk1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&lt;&lt;Texto Ayuda 1&gt;&gt;</a:t>
            </a:r>
            <a:endParaRPr i="1" sz="3000">
              <a:solidFill>
                <a:schemeClr val="dk1"/>
              </a:solidFill>
              <a:latin typeface="Public Sans Medium"/>
              <a:ea typeface="Public Sans Medium"/>
              <a:cs typeface="Public Sans Medium"/>
              <a:sym typeface="Public Sans Medium"/>
            </a:endParaRPr>
          </a:p>
        </p:txBody>
      </p:sp>
      <p:sp>
        <p:nvSpPr>
          <p:cNvPr id="114" name="Google Shape;114;p24"/>
          <p:cNvSpPr txBox="1"/>
          <p:nvPr/>
        </p:nvSpPr>
        <p:spPr>
          <a:xfrm>
            <a:off x="2728950" y="11778644"/>
            <a:ext cx="6394800" cy="19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&lt;&lt;Ayuda 2&gt;&gt;</a:t>
            </a:r>
            <a:endParaRPr b="1" sz="3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15" name="Google Shape;115;p24"/>
          <p:cNvSpPr txBox="1"/>
          <p:nvPr/>
        </p:nvSpPr>
        <p:spPr>
          <a:xfrm>
            <a:off x="1666725" y="13706519"/>
            <a:ext cx="7457100" cy="25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>
                <a:solidFill>
                  <a:schemeClr val="dk1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&lt;&lt;Texto Ayuda 2&gt;&gt;</a:t>
            </a:r>
            <a:endParaRPr i="1" sz="3000">
              <a:solidFill>
                <a:schemeClr val="dk1"/>
              </a:solidFill>
              <a:latin typeface="Public Sans Medium"/>
              <a:ea typeface="Public Sans Medium"/>
              <a:cs typeface="Public Sans Medium"/>
              <a:sym typeface="Public Sans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6"/>
          <p:cNvSpPr txBox="1"/>
          <p:nvPr/>
        </p:nvSpPr>
        <p:spPr>
          <a:xfrm>
            <a:off x="980925" y="6714823"/>
            <a:ext cx="82086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&lt;&lt;Paso 1&gt;&gt;</a:t>
            </a:r>
            <a:endParaRPr sz="25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25" name="Google Shape;125;p26"/>
          <p:cNvSpPr txBox="1"/>
          <p:nvPr/>
        </p:nvSpPr>
        <p:spPr>
          <a:xfrm>
            <a:off x="980925" y="10543773"/>
            <a:ext cx="82086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&lt;&lt;Paso 2&gt;&gt;</a:t>
            </a:r>
            <a:endParaRPr sz="25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26" name="Google Shape;126;p26"/>
          <p:cNvSpPr txBox="1"/>
          <p:nvPr/>
        </p:nvSpPr>
        <p:spPr>
          <a:xfrm>
            <a:off x="980925" y="14319202"/>
            <a:ext cx="82086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&lt;&lt;Paso 3&gt;&gt;</a:t>
            </a:r>
            <a:endParaRPr sz="25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