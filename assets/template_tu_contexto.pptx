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0287000" cy="18288000"/>
  <p:notesSz cx="6858000" cy="9144000"/>
  <p:embeddedFontLst>
    <p:embeddedFont>
      <p:font typeface="Public Sans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3" autoAdjust="0"/>
    <p:restoredTop sz="94660"/>
  </p:normalViewPr>
  <p:slideViewPr>
    <p:cSldViewPr snapToGrid="0">
      <p:cViewPr varScale="1">
        <p:scale>
          <a:sx n="29" d="100"/>
          <a:sy n="29" d="100"/>
        </p:scale>
        <p:origin x="2798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5389679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5389679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53896791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653896791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653896791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653896791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653896791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653896791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653896791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653896791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653896791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653896791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653896791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653896791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653896791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653896791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53896791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538967913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53896791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53896791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6538967913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6538967913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6538967913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6538967913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653896791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653896791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72599" y="4061025"/>
            <a:ext cx="70956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200" b="1" dirty="0">
              <a:solidFill>
                <a:srgbClr val="000000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919300" y="4543000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&lt;&lt;f10002&gt;&gt;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/>
        </p:nvSpPr>
        <p:spPr>
          <a:xfrm>
            <a:off x="919300" y="4543000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&lt;&lt;f10003&gt;&gt;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/>
        </p:nvSpPr>
        <p:spPr>
          <a:xfrm>
            <a:off x="919300" y="5239176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&lt;&lt;f10004&gt;&gt;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 txBox="1"/>
          <p:nvPr/>
        </p:nvSpPr>
        <p:spPr>
          <a:xfrm>
            <a:off x="919300" y="4435896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&lt;&lt;f10005&gt;&gt;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/>
        </p:nvSpPr>
        <p:spPr>
          <a:xfrm>
            <a:off x="953098" y="6122778"/>
            <a:ext cx="8273700" cy="42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&lt;&lt;f10006&gt;&gt;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/>
          <p:nvPr/>
        </p:nvSpPr>
        <p:spPr>
          <a:xfrm>
            <a:off x="1006650" y="8987800"/>
            <a:ext cx="8273700" cy="66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&lt;&lt;f10007&gt;&gt;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2"/>
          <p:cNvSpPr txBox="1"/>
          <p:nvPr/>
        </p:nvSpPr>
        <p:spPr>
          <a:xfrm>
            <a:off x="1006650" y="4944625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&lt;&lt;f10008&gt;&gt;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22"/>
          <p:cNvSpPr txBox="1"/>
          <p:nvPr/>
        </p:nvSpPr>
        <p:spPr>
          <a:xfrm>
            <a:off x="1006650" y="9603650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&lt;&lt;f10009&gt;&gt;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22"/>
          <p:cNvSpPr txBox="1"/>
          <p:nvPr/>
        </p:nvSpPr>
        <p:spPr>
          <a:xfrm>
            <a:off x="1006650" y="14530450"/>
            <a:ext cx="8273700" cy="23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&lt;&lt;f10010&gt;&gt;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/>
          <p:nvPr/>
        </p:nvSpPr>
        <p:spPr>
          <a:xfrm>
            <a:off x="1006650" y="4596550"/>
            <a:ext cx="8273700" cy="25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&lt;&lt;f10011&gt;&gt;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5" name="Google Shape;105;p23"/>
          <p:cNvSpPr txBox="1"/>
          <p:nvPr/>
        </p:nvSpPr>
        <p:spPr>
          <a:xfrm>
            <a:off x="1006650" y="9603650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&lt;&lt;f10012&gt;&gt;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6" name="Google Shape;106;p23"/>
          <p:cNvSpPr txBox="1"/>
          <p:nvPr/>
        </p:nvSpPr>
        <p:spPr>
          <a:xfrm>
            <a:off x="1006650" y="14530450"/>
            <a:ext cx="8273700" cy="23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&lt;&lt;f10013&gt;&gt;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"/>
          <p:cNvSpPr txBox="1"/>
          <p:nvPr/>
        </p:nvSpPr>
        <p:spPr>
          <a:xfrm>
            <a:off x="1006650" y="2882875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&lt;&lt;f10014&gt;&gt;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24"/>
          <p:cNvSpPr txBox="1"/>
          <p:nvPr/>
        </p:nvSpPr>
        <p:spPr>
          <a:xfrm>
            <a:off x="1006650" y="8813726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&lt;&lt;f10015&gt;&gt;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24"/>
          <p:cNvSpPr txBox="1"/>
          <p:nvPr/>
        </p:nvSpPr>
        <p:spPr>
          <a:xfrm>
            <a:off x="1006650" y="14530450"/>
            <a:ext cx="8273700" cy="27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&lt;&lt;f10016&gt;&gt;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5"/>
          <p:cNvSpPr txBox="1"/>
          <p:nvPr/>
        </p:nvSpPr>
        <p:spPr>
          <a:xfrm>
            <a:off x="1006650" y="2882875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&lt;&lt;f10017&gt;&gt;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1006650" y="8813726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&lt;&lt;f10018&gt;&gt;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5"/>
          <p:cNvSpPr txBox="1"/>
          <p:nvPr/>
        </p:nvSpPr>
        <p:spPr>
          <a:xfrm>
            <a:off x="1006650" y="14530450"/>
            <a:ext cx="8273700" cy="27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&lt;&lt;f10019&gt;&gt;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</Words>
  <Application>Microsoft Office PowerPoint</Application>
  <PresentationFormat>Custom</PresentationFormat>
  <Paragraphs>55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Public Sans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2026-08-04T16:12:41Z</dcterms:modified>
</cp:coreProperties>
</file>