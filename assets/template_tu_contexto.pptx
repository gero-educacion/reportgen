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8288000" cx="10287000"/>
  <p:notesSz cx="6858000" cy="9144000"/>
  <p:embeddedFontLst>
    <p:embeddedFont>
      <p:font typeface="Public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ublicSans-regular.fntdata"/><Relationship Id="rId11" Type="http://schemas.openxmlformats.org/officeDocument/2006/relationships/slide" Target="slides/slide6.xml"/><Relationship Id="rId22" Type="http://schemas.openxmlformats.org/officeDocument/2006/relationships/font" Target="fonts/PublicSans-italic.fntdata"/><Relationship Id="rId10" Type="http://schemas.openxmlformats.org/officeDocument/2006/relationships/slide" Target="slides/slide5.xml"/><Relationship Id="rId21" Type="http://schemas.openxmlformats.org/officeDocument/2006/relationships/font" Target="fonts/Public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Public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538967913_0_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5389679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538967913_0_3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53896791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538967913_0_6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5389679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538967913_0_9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53896791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538967913_0_12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53896791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538967913_0_15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53896791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538967913_0_21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653896791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538967913_0_24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53896791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538967913_0_27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53896791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538967913_0_3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53896791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538967913_0_33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53896791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538967913_0_36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53896791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538967913_0_39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53896791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376061" lvl="0" marL="4572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indent="-400638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indent="-400638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indent="-400638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indent="-400638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indent="-400638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indent="-400638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indent="-400638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indent="-400638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72599" y="4061025"/>
            <a:ext cx="70956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COMPLETO&gt;&gt;</a:t>
            </a:r>
            <a:endParaRPr b="1" sz="32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919300" y="4543000"/>
            <a:ext cx="8273700" cy="5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Tu respuesta:</a:t>
            </a:r>
            <a:r>
              <a:rPr lang="en" sz="3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&lt;&lt;Todos y todas tenemos una pasión&gt;&gt;</a:t>
            </a:r>
            <a:endParaRPr sz="4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/>
        </p:nvSpPr>
        <p:spPr>
          <a:xfrm>
            <a:off x="919300" y="4543000"/>
            <a:ext cx="8273700" cy="5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Tu respuesta:</a:t>
            </a:r>
            <a:r>
              <a:rPr lang="en" sz="3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</a:t>
            </a: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La vida es un proceso y no un resultado</a:t>
            </a: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&gt;&gt;</a:t>
            </a:r>
            <a:endParaRPr sz="4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/>
        </p:nvSpPr>
        <p:spPr>
          <a:xfrm>
            <a:off x="919300" y="5239176"/>
            <a:ext cx="8273700" cy="5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Tu respuesta:</a:t>
            </a:r>
            <a:r>
              <a:rPr lang="en" sz="3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</a:t>
            </a: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 esta altura de mi vida debería saber a dónde voy y cómo llegar</a:t>
            </a: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&gt;&gt;</a:t>
            </a:r>
            <a:endParaRPr sz="4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/>
        </p:nvSpPr>
        <p:spPr>
          <a:xfrm>
            <a:off x="919300" y="4435896"/>
            <a:ext cx="8273700" cy="5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Tu respuesta:</a:t>
            </a:r>
            <a:r>
              <a:rPr lang="en" sz="3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</a:t>
            </a: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Tu vida y su diseño es en colaboración con otras personas</a:t>
            </a: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&gt;&gt;</a:t>
            </a:r>
            <a:endParaRPr sz="4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/>
        </p:nvSpPr>
        <p:spPr>
          <a:xfrm>
            <a:off x="953098" y="6122778"/>
            <a:ext cx="8273700" cy="4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Tu respuesta:</a:t>
            </a:r>
            <a:r>
              <a:rPr lang="en" sz="3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</a:t>
            </a: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Nunca estoy “en blanco” o atascado/a siempre puedo generar ideas</a:t>
            </a: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&gt;&gt;</a:t>
            </a:r>
            <a:endParaRPr sz="4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/>
        </p:nvSpPr>
        <p:spPr>
          <a:xfrm>
            <a:off x="1006650" y="8987800"/>
            <a:ext cx="8273700" cy="6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&lt;&lt;¿Qué consejos, perspectivas y cuestiones del contexto tengo que tener en cuenta a la hora de tomar mi decisión?</a:t>
            </a:r>
            <a:r>
              <a:rPr lang="en" sz="42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&gt;&gt;</a:t>
            </a:r>
            <a:endParaRPr sz="42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/>
        </p:nvSpPr>
        <p:spPr>
          <a:xfrm>
            <a:off x="1006650" y="4944625"/>
            <a:ext cx="8273700" cy="21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rPr lang="en" sz="2955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&lt;&lt;Estudios realizados. Comente brevemente su recorrido en el Sistema Educativo. Aclare si empezó y dejó inconclusa alguna carrera o estudio&gt;&gt;</a:t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527"/>
              <a:buNone/>
            </a:pPr>
            <a:r>
              <a:t/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8" name="Google Shape;98;p22"/>
          <p:cNvSpPr txBox="1"/>
          <p:nvPr/>
        </p:nvSpPr>
        <p:spPr>
          <a:xfrm>
            <a:off x="1006650" y="9603650"/>
            <a:ext cx="8273700" cy="21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2955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&lt;&lt;¿Cuál es su ocupación actual?&gt;&gt;</a:t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9" name="Google Shape;99;p22"/>
          <p:cNvSpPr txBox="1"/>
          <p:nvPr/>
        </p:nvSpPr>
        <p:spPr>
          <a:xfrm>
            <a:off x="1006650" y="14530450"/>
            <a:ext cx="8273700" cy="23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2955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&lt;&lt;¿Qué podría comentar de su profesión/ocupación?&gt;&gt;</a:t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1006650" y="4596550"/>
            <a:ext cx="8273700" cy="25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2955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&lt;&lt;¿Ha sido muy cambiante en sus actividades laborales?&gt;&gt;</a:t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5" name="Google Shape;105;p23"/>
          <p:cNvSpPr txBox="1"/>
          <p:nvPr/>
        </p:nvSpPr>
        <p:spPr>
          <a:xfrm>
            <a:off x="1006650" y="9603650"/>
            <a:ext cx="8273700" cy="21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rPr lang="en" sz="2955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&lt;&lt;¿Hubiera deseado estudiar alguna carrera o emprender otra actividad diferente a la que se dedica?&gt;&gt;</a:t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527"/>
              <a:buNone/>
            </a:pPr>
            <a:r>
              <a:t/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6" name="Google Shape;106;p23"/>
          <p:cNvSpPr txBox="1"/>
          <p:nvPr/>
        </p:nvSpPr>
        <p:spPr>
          <a:xfrm>
            <a:off x="1006650" y="14530450"/>
            <a:ext cx="8273700" cy="23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2955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&lt;&lt;¿Cuáles son actualmente las profesiones y/u ocupaciones que usted valora más?&gt;&gt;</a:t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/>
        </p:nvSpPr>
        <p:spPr>
          <a:xfrm>
            <a:off x="1006650" y="2882875"/>
            <a:ext cx="8273700" cy="3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2955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&lt;&lt;¿Desea que su hijo/a siga estudiando?&gt;&gt;</a:t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2" name="Google Shape;112;p24"/>
          <p:cNvSpPr txBox="1"/>
          <p:nvPr/>
        </p:nvSpPr>
        <p:spPr>
          <a:xfrm>
            <a:off x="1006650" y="8813726"/>
            <a:ext cx="8273700" cy="3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2955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&lt;&lt;¿Está usted interesado/a en que el estudio que elija su hijo/a le permita obtener beneficios económicos rápidamente?&gt;&gt;</a:t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3" name="Google Shape;113;p24"/>
          <p:cNvSpPr txBox="1"/>
          <p:nvPr/>
        </p:nvSpPr>
        <p:spPr>
          <a:xfrm>
            <a:off x="1006650" y="14530450"/>
            <a:ext cx="8273700" cy="27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rPr lang="en" sz="2955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&lt;&lt;¿Hay en la familia alguna profesión, comercio, empresa que requiera que algún hijo/a la continúe?&gt;&gt;</a:t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527"/>
              <a:buNone/>
            </a:pPr>
            <a:r>
              <a:t/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/>
        </p:nvSpPr>
        <p:spPr>
          <a:xfrm>
            <a:off x="1006650" y="2882875"/>
            <a:ext cx="8273700" cy="3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2955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&lt;&lt;¿Hay alguna carrera, ocupación o profesión que a usted le gustaría que hiciera?&gt;&gt;</a:t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1006650" y="8813726"/>
            <a:ext cx="8273700" cy="3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rPr lang="en" sz="2955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&lt;&lt;¿Cuál cree usted que es la carrera, ocupación o profesión que su hijo/a prefiere? ¿Por qué?&gt;&gt;</a:t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527"/>
              <a:buNone/>
            </a:pPr>
            <a:r>
              <a:t/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0" name="Google Shape;120;p25"/>
          <p:cNvSpPr txBox="1"/>
          <p:nvPr/>
        </p:nvSpPr>
        <p:spPr>
          <a:xfrm>
            <a:off x="1006650" y="14530450"/>
            <a:ext cx="8273700" cy="27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rPr lang="en" sz="2955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&lt;&lt;¿Cuál es su opinión sobre dicha preferencia?&gt;&gt;</a:t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49"/>
              <a:buNone/>
            </a:pPr>
            <a:r>
              <a:t/>
            </a:r>
            <a:endParaRPr sz="2955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527"/>
              <a:buNone/>
            </a:pPr>
            <a:r>
              <a:t/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