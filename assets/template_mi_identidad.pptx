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Archivo" panose="020B0604020202020204" charset="0"/>
      <p:regular r:id="rId4"/>
      <p:bold r:id="rId5"/>
      <p:italic r:id="rId6"/>
      <p:boldItalic r:id="rId7"/>
    </p:embeddedFont>
    <p:embeddedFont>
      <p:font typeface="Archivo Medium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2475" y="3188975"/>
            <a:ext cx="38214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&lt;&lt;insp_dia&gt;&gt;</a:t>
            </a:r>
            <a:endParaRPr sz="10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7002775" y="422925"/>
            <a:ext cx="1546800" cy="15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&lt;&lt;Superpoderes&gt;&gt;</a:t>
            </a:r>
            <a:endParaRPr sz="10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36200" y="205750"/>
            <a:ext cx="1672500" cy="10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FF6C4C"/>
                </a:solidFill>
                <a:latin typeface="Archivo"/>
                <a:ea typeface="Archivo"/>
                <a:cs typeface="Archivo"/>
                <a:sym typeface="Archivo"/>
              </a:rPr>
              <a:t>&lt;&lt;Nombre y Apellido&gt;&gt;</a:t>
            </a:r>
            <a:endParaRPr sz="1500" b="1" dirty="0">
              <a:solidFill>
                <a:srgbClr val="FF6C4C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36200" y="1280050"/>
            <a:ext cx="16725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BF40"/>
                </a:solidFill>
                <a:latin typeface="Archivo"/>
                <a:ea typeface="Archivo"/>
                <a:cs typeface="Archivo"/>
                <a:sym typeface="Archivo"/>
              </a:rPr>
              <a:t>&lt;&lt;Arquetipo&gt;&gt;</a:t>
            </a:r>
            <a:endParaRPr sz="1000" b="1">
              <a:solidFill>
                <a:srgbClr val="FFBF4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36200" y="1783150"/>
            <a:ext cx="16725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&lt;&lt;desc_res_con&gt;&gt;</a:t>
            </a:r>
            <a:endParaRPr sz="7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36200" y="3040450"/>
            <a:ext cx="16725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&lt;&lt;desc_int_emo&gt;&gt;</a:t>
            </a:r>
            <a:endParaRPr sz="6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30</Words>
  <Application>Microsoft Office PowerPoint</Application>
  <PresentationFormat>On-screen Show (16:9)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Archivo</vt:lpstr>
      <vt:lpstr>Arial</vt:lpstr>
      <vt:lpstr>Archivo Medium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1</cp:revision>
  <dcterms:modified xsi:type="dcterms:W3CDTF">2026-09-25T17:24:15Z</dcterms:modified>
</cp:coreProperties>
</file>