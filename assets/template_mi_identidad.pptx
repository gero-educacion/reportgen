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</p:sldIdLst>
  <p:sldSz cy="5143500" cx="9144000"/>
  <p:notesSz cx="6858000" cy="9144000"/>
  <p:embeddedFontLst>
    <p:embeddedFont>
      <p:font typeface="Archivo Medium"/>
      <p:regular r:id="rId7"/>
      <p:bold r:id="rId8"/>
      <p:italic r:id="rId9"/>
      <p:boldItalic r:id="rId10"/>
    </p:embeddedFont>
    <p:embeddedFont>
      <p:font typeface="Archivo"/>
      <p:regular r:id="rId11"/>
      <p:bold r:id="rId12"/>
      <p:italic r:id="rId13"/>
      <p:boldItalic r:id="rId14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font" Target="fonts/Archivo-regular.fntdata"/><Relationship Id="rId10" Type="http://schemas.openxmlformats.org/officeDocument/2006/relationships/font" Target="fonts/ArchivoMedium-boldItalic.fntdata"/><Relationship Id="rId13" Type="http://schemas.openxmlformats.org/officeDocument/2006/relationships/font" Target="fonts/Archivo-italic.fntdata"/><Relationship Id="rId12" Type="http://schemas.openxmlformats.org/officeDocument/2006/relationships/font" Target="fonts/Archivo-bold.fntdata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font" Target="fonts/ArchivoMedium-italic.fntdata"/><Relationship Id="rId14" Type="http://schemas.openxmlformats.org/officeDocument/2006/relationships/font" Target="fonts/Archivo-boldItalic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font" Target="fonts/ArchivoMedium-regular.fntdata"/><Relationship Id="rId8" Type="http://schemas.openxmlformats.org/officeDocument/2006/relationships/font" Target="fonts/ArchivoMedium-bold.fntdata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4602475" y="3188975"/>
            <a:ext cx="3821400" cy="11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lt1"/>
                </a:solidFill>
                <a:latin typeface="Archivo Medium"/>
                <a:ea typeface="Archivo Medium"/>
                <a:cs typeface="Archivo Medium"/>
                <a:sym typeface="Archivo Medium"/>
              </a:rPr>
              <a:t>&lt;&lt;Inspiración del día&gt;&gt;</a:t>
            </a:r>
            <a:endParaRPr sz="1000">
              <a:solidFill>
                <a:schemeClr val="lt1"/>
              </a:solidFill>
              <a:latin typeface="Archivo Medium"/>
              <a:ea typeface="Archivo Medium"/>
              <a:cs typeface="Archivo Medium"/>
              <a:sym typeface="Archivo Medium"/>
            </a:endParaRPr>
          </a:p>
        </p:txBody>
      </p:sp>
      <p:sp>
        <p:nvSpPr>
          <p:cNvPr id="55" name="Google Shape;55;p13"/>
          <p:cNvSpPr txBox="1"/>
          <p:nvPr/>
        </p:nvSpPr>
        <p:spPr>
          <a:xfrm>
            <a:off x="7002775" y="422925"/>
            <a:ext cx="1546800" cy="1520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lt1"/>
                </a:solidFill>
                <a:latin typeface="Archivo Medium"/>
                <a:ea typeface="Archivo Medium"/>
                <a:cs typeface="Archivo Medium"/>
                <a:sym typeface="Archivo Medium"/>
              </a:rPr>
              <a:t>&lt;&lt;Superpoderes&gt;&gt;</a:t>
            </a:r>
            <a:endParaRPr sz="1000">
              <a:solidFill>
                <a:schemeClr val="lt1"/>
              </a:solidFill>
              <a:latin typeface="Archivo Medium"/>
              <a:ea typeface="Archivo Medium"/>
              <a:cs typeface="Archivo Medium"/>
              <a:sym typeface="Archivo Medium"/>
            </a:endParaRPr>
          </a:p>
        </p:txBody>
      </p:sp>
      <p:sp>
        <p:nvSpPr>
          <p:cNvPr id="56" name="Google Shape;56;p13"/>
          <p:cNvSpPr txBox="1"/>
          <p:nvPr/>
        </p:nvSpPr>
        <p:spPr>
          <a:xfrm>
            <a:off x="236200" y="205750"/>
            <a:ext cx="1672500" cy="1074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600">
                <a:solidFill>
                  <a:srgbClr val="FF6C4C"/>
                </a:solidFill>
                <a:latin typeface="Archivo"/>
                <a:ea typeface="Archivo"/>
                <a:cs typeface="Archivo"/>
                <a:sym typeface="Archivo"/>
              </a:rPr>
              <a:t>&lt;&lt;Nombre Completo&gt;&gt;</a:t>
            </a:r>
            <a:endParaRPr b="1" sz="1500">
              <a:solidFill>
                <a:srgbClr val="FF6C4C"/>
              </a:solidFill>
              <a:latin typeface="Archivo"/>
              <a:ea typeface="Archivo"/>
              <a:cs typeface="Archivo"/>
              <a:sym typeface="Archivo"/>
            </a:endParaRPr>
          </a:p>
        </p:txBody>
      </p:sp>
      <p:sp>
        <p:nvSpPr>
          <p:cNvPr id="57" name="Google Shape;57;p13"/>
          <p:cNvSpPr txBox="1"/>
          <p:nvPr/>
        </p:nvSpPr>
        <p:spPr>
          <a:xfrm>
            <a:off x="236200" y="1280050"/>
            <a:ext cx="1672500" cy="50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rgbClr val="FFBF40"/>
                </a:solidFill>
                <a:latin typeface="Archivo"/>
                <a:ea typeface="Archivo"/>
                <a:cs typeface="Archivo"/>
                <a:sym typeface="Archivo"/>
              </a:rPr>
              <a:t>&lt;&lt;Arquetipo&gt;&gt;</a:t>
            </a:r>
            <a:endParaRPr b="1" sz="1000">
              <a:solidFill>
                <a:srgbClr val="FFBF40"/>
              </a:solidFill>
              <a:latin typeface="Archivo"/>
              <a:ea typeface="Archivo"/>
              <a:cs typeface="Archivo"/>
              <a:sym typeface="Archivo"/>
            </a:endParaRPr>
          </a:p>
        </p:txBody>
      </p:sp>
      <p:sp>
        <p:nvSpPr>
          <p:cNvPr id="58" name="Google Shape;58;p13"/>
          <p:cNvSpPr txBox="1"/>
          <p:nvPr/>
        </p:nvSpPr>
        <p:spPr>
          <a:xfrm>
            <a:off x="236200" y="1783150"/>
            <a:ext cx="1672500" cy="11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chemeClr val="lt1"/>
                </a:solidFill>
                <a:latin typeface="Archivo Medium"/>
                <a:ea typeface="Archivo Medium"/>
                <a:cs typeface="Archivo Medium"/>
                <a:sym typeface="Archivo Medium"/>
              </a:rPr>
              <a:t>&lt;&lt;Descripción_Resol_Conflictos&gt;&gt;</a:t>
            </a:r>
            <a:endParaRPr sz="700">
              <a:solidFill>
                <a:schemeClr val="lt1"/>
              </a:solidFill>
              <a:latin typeface="Archivo Medium"/>
              <a:ea typeface="Archivo Medium"/>
              <a:cs typeface="Archivo Medium"/>
              <a:sym typeface="Archivo Medium"/>
            </a:endParaRPr>
          </a:p>
        </p:txBody>
      </p:sp>
      <p:sp>
        <p:nvSpPr>
          <p:cNvPr id="59" name="Google Shape;59;p13"/>
          <p:cNvSpPr txBox="1"/>
          <p:nvPr/>
        </p:nvSpPr>
        <p:spPr>
          <a:xfrm>
            <a:off x="236200" y="3040450"/>
            <a:ext cx="1672500" cy="11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chemeClr val="lt1"/>
                </a:solidFill>
                <a:latin typeface="Archivo Medium"/>
                <a:ea typeface="Archivo Medium"/>
                <a:cs typeface="Archivo Medium"/>
                <a:sym typeface="Archivo Medium"/>
              </a:rPr>
              <a:t>&lt;&lt;Descripción_Int_Emocional&gt;&gt;</a:t>
            </a:r>
            <a:endParaRPr sz="600">
              <a:solidFill>
                <a:schemeClr val="lt1"/>
              </a:solidFill>
              <a:latin typeface="Archivo Medium"/>
              <a:ea typeface="Archivo Medium"/>
              <a:cs typeface="Archivo Medium"/>
              <a:sym typeface="Archivo Medium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