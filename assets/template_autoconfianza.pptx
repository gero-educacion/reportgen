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8288000" cx="10287000"/>
  <p:notesSz cx="6858000" cy="9144000"/>
  <p:embeddedFontLst>
    <p:embeddedFont>
      <p:font typeface="Public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ublicSans-regular.fntdata"/><Relationship Id="rId10" Type="http://schemas.openxmlformats.org/officeDocument/2006/relationships/slide" Target="slides/slide5.xml"/><Relationship Id="rId13" Type="http://schemas.openxmlformats.org/officeDocument/2006/relationships/font" Target="fonts/PublicSans-italic.fntdata"/><Relationship Id="rId12" Type="http://schemas.openxmlformats.org/officeDocument/2006/relationships/font" Target="fonts/Public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Public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675eb0a78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675eb0a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675eb0a78_0_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675eb0a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8dcef71b4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8dcef71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675eb0a78_0_1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d675eb0a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Char char="●"/>
              <a:defRPr sz="3500">
                <a:solidFill>
                  <a:schemeClr val="dk2"/>
                </a:solidFill>
              </a:defRPr>
            </a:lvl1pPr>
            <a:lvl2pPr indent="-4000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2pPr>
            <a:lvl3pPr indent="-4000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3pPr>
            <a:lvl4pPr indent="-4000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4pPr>
            <a:lvl5pPr indent="-4000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5pPr>
            <a:lvl6pPr indent="-4000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6pPr>
            <a:lvl7pPr indent="-4000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7pPr>
            <a:lvl8pPr indent="-4000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8pPr>
            <a:lvl9pPr indent="-4000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94626" y="3977825"/>
            <a:ext cx="7389600" cy="16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b="1" sz="3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165850" y="1205900"/>
            <a:ext cx="78510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&lt;&lt;Arquetipo1&gt;&gt;</a:t>
            </a:r>
            <a:endParaRPr b="1" sz="3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021525" y="3262425"/>
            <a:ext cx="8282100" cy="13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&lt;&lt;Texto Arquetipo 1&gt;&gt;</a:t>
            </a:r>
            <a:endParaRPr sz="3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165850" y="1205900"/>
            <a:ext cx="78510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&lt;&lt;Arquetipo2&gt;&gt;</a:t>
            </a:r>
            <a:endParaRPr b="1" sz="3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1021525" y="3262425"/>
            <a:ext cx="8282100" cy="13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&lt;&lt;Texto Arquetipo 2&gt;&gt;</a:t>
            </a:r>
            <a:endParaRPr sz="3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