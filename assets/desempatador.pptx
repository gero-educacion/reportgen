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287000" cy="18288000"/>
  <p:notesSz cx="6858000" cy="9144000"/>
  <p:embeddedFontLst>
    <p:embeddedFont>
      <p:font typeface="Archivo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774" y="-278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marL="914400" lvl="1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marL="1371600" lvl="2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marL="1828800" lvl="3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marL="2286000" lvl="4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marL="2743200" lvl="5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marL="3200400" lvl="6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marL="3657600" lvl="7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marL="4114800" lvl="8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281925" y="8419525"/>
            <a:ext cx="30456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&lt;&lt;nom_2&gt;&gt;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05475" y="6103525"/>
            <a:ext cx="3045600" cy="25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85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&lt;&lt;por_1&gt;&gt;</a:t>
            </a:r>
            <a:endParaRPr sz="85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01400" y="14389525"/>
            <a:ext cx="3045600" cy="2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5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&lt;&lt;por_3&gt;&gt;</a:t>
            </a:r>
            <a:endParaRPr sz="85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5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01400" y="13315725"/>
            <a:ext cx="43293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&lt;&lt;nom_3&gt;&gt;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281925" y="9588925"/>
            <a:ext cx="3045600" cy="21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5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&lt;&lt;por_2&gt;&gt;</a:t>
            </a:r>
            <a:endParaRPr sz="85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5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905475" y="5162575"/>
            <a:ext cx="3045600" cy="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&lt;&lt;nom_1&gt;&gt;</a:t>
            </a:r>
            <a:endParaRPr sz="20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Archivo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2026-09-24T18:29:42Z</dcterms:modified>
</cp:coreProperties>
</file>