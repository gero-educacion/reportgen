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10287000" cy="18288000"/>
  <p:notesSz cx="6858000" cy="9144000"/>
  <p:embeddedFontLst>
    <p:embeddedFont>
      <p:font typeface="Archivo" panose="020B0604020202020204" charset="0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2774" y="-278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1pPr>
            <a:lvl2pPr lvl="1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2pPr>
            <a:lvl3pPr lvl="2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3pPr>
            <a:lvl4pPr lvl="3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4pPr>
            <a:lvl5pPr lvl="4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5pPr>
            <a:lvl6pPr lvl="5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6pPr>
            <a:lvl7pPr lvl="6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7pPr>
            <a:lvl8pPr lvl="7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8pPr>
            <a:lvl9pPr lvl="8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2pPr>
            <a:lvl3pPr lvl="2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3pPr>
            <a:lvl4pPr lvl="3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4pPr>
            <a:lvl5pPr lvl="4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5pPr>
            <a:lvl6pPr lvl="5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6pPr>
            <a:lvl7pPr lvl="6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7pPr>
            <a:lvl8pPr lvl="7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8pPr>
            <a:lvl9pPr lvl="8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50850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marL="914400" lvl="1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marL="1371600" lvl="2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marL="1828800" lvl="3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marL="2286000" lvl="4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marL="2743200" lvl="5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marL="3200400" lvl="6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marL="3657600" lvl="7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marL="4114800" lvl="8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 sz="2700"/>
            </a:lvl1pPr>
            <a:lvl2pPr marL="914400" lvl="1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marL="1371600" lvl="2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marL="1828800" lvl="3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marL="2286000" lvl="4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marL="2743200" lvl="5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marL="3200400" lvl="6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marL="3657600" lvl="7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marL="4114800" lvl="8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 sz="2700"/>
            </a:lvl1pPr>
            <a:lvl2pPr marL="914400" lvl="1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marL="1371600" lvl="2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marL="1828800" lvl="3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marL="2286000" lvl="4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marL="2743200" lvl="5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marL="3200400" lvl="6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marL="3657600" lvl="7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marL="4114800" lvl="8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1pPr>
            <a:lvl2pPr marL="914400" lvl="1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marL="1371600" lvl="2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marL="1828800" lvl="3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marL="2286000" lvl="4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marL="2743200" lvl="5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marL="3200400" lvl="6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marL="3657600" lvl="7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marL="4114800" lvl="8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1pPr>
            <a:lvl2pPr lvl="1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2pPr>
            <a:lvl3pPr lvl="2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3pPr>
            <a:lvl4pPr lvl="3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4pPr>
            <a:lvl5pPr lvl="4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5pPr>
            <a:lvl6pPr lvl="5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6pPr>
            <a:lvl7pPr lvl="6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7pPr>
            <a:lvl8pPr lvl="7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8pPr>
            <a:lvl9pPr lvl="8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1pPr>
            <a:lvl2pPr lvl="1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2pPr>
            <a:lvl3pPr lvl="2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3pPr>
            <a:lvl4pPr lvl="3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4pPr>
            <a:lvl5pPr lvl="4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5pPr>
            <a:lvl6pPr lvl="5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6pPr>
            <a:lvl7pPr lvl="6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7pPr>
            <a:lvl8pPr lvl="7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8pPr>
            <a:lvl9pPr lvl="8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50850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marL="914400" lvl="1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marL="1371600" lvl="2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marL="1828800" lvl="3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marL="2286000" lvl="4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marL="2743200" lvl="5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marL="3200400" lvl="6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marL="3657600" lvl="7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marL="4114800" lvl="8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50850" algn="ctr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marL="914400" lvl="1" indent="-40005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marL="1371600" lvl="2" indent="-40005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marL="1828800" lvl="3" indent="-400050" algn="ctr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marL="2286000" lvl="4" indent="-40005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marL="2743200" lvl="5" indent="-40005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marL="3200400" lvl="6" indent="-400050" algn="ctr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marL="3657600" lvl="7" indent="-40005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marL="4114800" lvl="8" indent="-40005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50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Char char="●"/>
              <a:defRPr sz="3500">
                <a:solidFill>
                  <a:schemeClr val="dk2"/>
                </a:solidFill>
              </a:defRPr>
            </a:lvl1pPr>
            <a:lvl2pPr marL="914400" lvl="1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2pPr>
            <a:lvl3pPr marL="1371600" lvl="2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3pPr>
            <a:lvl4pPr marL="1828800" lvl="3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●"/>
              <a:defRPr sz="2700">
                <a:solidFill>
                  <a:schemeClr val="dk2"/>
                </a:solidFill>
              </a:defRPr>
            </a:lvl4pPr>
            <a:lvl5pPr marL="2286000" lvl="4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5pPr>
            <a:lvl6pPr marL="2743200" lvl="5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6pPr>
            <a:lvl7pPr marL="3200400" lvl="6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●"/>
              <a:defRPr sz="2700">
                <a:solidFill>
                  <a:schemeClr val="dk2"/>
                </a:solidFill>
              </a:defRPr>
            </a:lvl7pPr>
            <a:lvl8pPr marL="3657600" lvl="7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8pPr>
            <a:lvl9pPr marL="4114800" lvl="8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00">
                <a:solidFill>
                  <a:schemeClr val="dk2"/>
                </a:solidFill>
              </a:defRPr>
            </a:lvl1pPr>
            <a:lvl2pPr lvl="1" algn="r">
              <a:buNone/>
              <a:defRPr sz="1900">
                <a:solidFill>
                  <a:schemeClr val="dk2"/>
                </a:solidFill>
              </a:defRPr>
            </a:lvl2pPr>
            <a:lvl3pPr lvl="2" algn="r">
              <a:buNone/>
              <a:defRPr sz="1900">
                <a:solidFill>
                  <a:schemeClr val="dk2"/>
                </a:solidFill>
              </a:defRPr>
            </a:lvl3pPr>
            <a:lvl4pPr lvl="3" algn="r">
              <a:buNone/>
              <a:defRPr sz="1900">
                <a:solidFill>
                  <a:schemeClr val="dk2"/>
                </a:solidFill>
              </a:defRPr>
            </a:lvl4pPr>
            <a:lvl5pPr lvl="4" algn="r">
              <a:buNone/>
              <a:defRPr sz="1900">
                <a:solidFill>
                  <a:schemeClr val="dk2"/>
                </a:solidFill>
              </a:defRPr>
            </a:lvl5pPr>
            <a:lvl6pPr lvl="5" algn="r">
              <a:buNone/>
              <a:defRPr sz="1900">
                <a:solidFill>
                  <a:schemeClr val="dk2"/>
                </a:solidFill>
              </a:defRPr>
            </a:lvl6pPr>
            <a:lvl7pPr lvl="6" algn="r">
              <a:buNone/>
              <a:defRPr sz="1900">
                <a:solidFill>
                  <a:schemeClr val="dk2"/>
                </a:solidFill>
              </a:defRPr>
            </a:lvl7pPr>
            <a:lvl8pPr lvl="7" algn="r">
              <a:buNone/>
              <a:defRPr sz="1900">
                <a:solidFill>
                  <a:schemeClr val="dk2"/>
                </a:solidFill>
              </a:defRPr>
            </a:lvl8pPr>
            <a:lvl9pPr lvl="8" algn="r">
              <a:buNone/>
              <a:defRPr sz="19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6281925" y="8419525"/>
            <a:ext cx="3045600" cy="94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dirty="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&lt;&lt;nom_2&gt;&gt;</a:t>
            </a:r>
            <a:endParaRPr sz="20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905475" y="6103525"/>
            <a:ext cx="3045600" cy="25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8500" b="1" dirty="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&lt;&lt;por_1&gt;&gt;</a:t>
            </a:r>
            <a:endParaRPr sz="85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1001400" y="14389525"/>
            <a:ext cx="3045600" cy="21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8500" b="1" dirty="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&lt;&lt;por_3&gt;&gt;</a:t>
            </a:r>
            <a:endParaRPr sz="85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5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1001400" y="13315725"/>
            <a:ext cx="4329300" cy="94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dirty="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&lt;&lt;nom_3&gt;&gt;</a:t>
            </a:r>
            <a:endParaRPr sz="20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6281925" y="9588925"/>
            <a:ext cx="3045600" cy="21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8500" b="1" dirty="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&lt;&lt;por_2&gt;&gt;</a:t>
            </a:r>
            <a:endParaRPr sz="85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5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905475" y="5162575"/>
            <a:ext cx="3045600" cy="94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&lt;&lt;nom_1&gt;&gt;</a:t>
            </a:r>
            <a:endParaRPr sz="20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30</Words>
  <Application>Microsoft Office PowerPoint</Application>
  <PresentationFormat>Custom</PresentationFormat>
  <Paragraphs>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Archivo</vt:lpstr>
      <vt:lpstr>Simple Light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1</cp:revision>
  <dcterms:modified xsi:type="dcterms:W3CDTF">2026-09-24T19:02:52Z</dcterms:modified>
</cp:coreProperties>
</file>