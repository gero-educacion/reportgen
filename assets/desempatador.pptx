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18288000" cx="10287000"/>
  <p:notesSz cx="6858000" cy="9144000"/>
  <p:embeddedFontLst>
    <p:embeddedFont>
      <p:font typeface="Archivo"/>
      <p:regular r:id="rId7"/>
      <p:bold r:id="rId8"/>
      <p:italic r:id="rId9"/>
      <p:boldItalic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 orient="horz"/>
        <p:guide pos="32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font" Target="fonts/Archivo-boldItalic.fntdata"/><Relationship Id="rId9" Type="http://schemas.openxmlformats.org/officeDocument/2006/relationships/font" Target="fonts/Archiv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Archivo-regular.fntdata"/><Relationship Id="rId8" Type="http://schemas.openxmlformats.org/officeDocument/2006/relationships/font" Target="fonts/Archiv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050" lvl="0" marL="45720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4650" lvl="0" marL="4572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indent="-374650" lvl="1" marL="9144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indent="-374650" lvl="2" marL="13716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indent="-374650" lvl="3" marL="18288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indent="-374650" lvl="4" marL="22860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indent="-374650" lvl="5" marL="27432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indent="-374650" lvl="6" marL="320040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indent="-374650" lvl="7" marL="365760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indent="-374650" lvl="8" marL="411480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50850" lvl="0" marL="45720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indent="-400050" lvl="1" marL="9144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indent="-400050" lvl="2" marL="13716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indent="-400050" lvl="3" marL="18288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indent="-400050" lvl="4" marL="22860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indent="-400050" lvl="5" marL="27432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indent="-400050" lvl="6" marL="320040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indent="-400050" lvl="7" marL="365760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indent="-400050" lvl="8" marL="411480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508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indent="-4000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indent="-4000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indent="-4000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indent="-4000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indent="-4000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indent="-4000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indent="-4000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indent="-4000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6281925" y="841952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2°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905475" y="6103525"/>
            <a:ext cx="3045600" cy="252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1°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001400" y="143895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3°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1001400" y="13315725"/>
            <a:ext cx="43293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3°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281925" y="95889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85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&lt;&lt;Porcentaje 2° Lugar&gt;&gt;</a:t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5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905475" y="516257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1° Lugar&gt;&gt;</a:t>
            </a:r>
            <a:endParaRPr b="1" sz="20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