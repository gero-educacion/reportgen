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Archivo" panose="020B0604020202020204" charset="0"/>
      <p:regular r:id="rId10"/>
      <p:bold r:id="rId11"/>
      <p:italic r:id="rId12"/>
      <p:boldItalic r:id="rId13"/>
    </p:embeddedFont>
    <p:embeddedFont>
      <p:font typeface="Archivo Medium" panose="020B0604020202020204" charset="0"/>
      <p:regular r:id="rId14"/>
      <p:bold r:id="rId15"/>
      <p:italic r:id="rId16"/>
      <p:boldItalic r:id="rId17"/>
    </p:embeddedFont>
    <p:embeddedFont>
      <p:font typeface="Archivo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03ca5f6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03ca5f6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03ca5f64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203ca5f64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03ca5f64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03ca5f64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03ca5f64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03ca5f64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03ca5f64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03ca5f64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4020af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4020af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1725" y="1041050"/>
            <a:ext cx="4662900" cy="1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AF9F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&lt;&lt;Nombre y Apellido&gt;&gt;</a:t>
            </a:r>
            <a:endParaRPr sz="1800" dirty="0">
              <a:solidFill>
                <a:srgbClr val="FAF9F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798850" y="1794500"/>
            <a:ext cx="21474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&lt;&lt;nom_1&gt;&gt;</a:t>
            </a:r>
            <a:endParaRPr sz="18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4652025" y="1575450"/>
            <a:ext cx="4011900" cy="20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&lt;&lt;desc_1&gt;&gt;</a:t>
            </a:r>
            <a:endParaRPr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952150" y="1300925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&lt;&lt;1_desc_hab_1&gt;&gt; 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952150" y="3463500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&lt;&lt;1_desc_hab_3&gt;&gt;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979175" y="80010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&lt;&lt;1_hab_1&gt;&gt;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952150" y="290705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&lt;&lt;1_hab_3&gt;&gt;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762150" y="1300925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&lt;&lt;1_desc_hab_2&gt;&gt; 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789175" y="80010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&lt;&lt;1_hab_2&gt;&gt;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3;p15">
            <a:extLst>
              <a:ext uri="{FF2B5EF4-FFF2-40B4-BE49-F238E27FC236}">
                <a16:creationId xmlns:a16="http://schemas.microsoft.com/office/drawing/2014/main" id="{D43A4A85-F95B-C2D5-15AB-2FFCF07FD527}"/>
              </a:ext>
            </a:extLst>
          </p:cNvPr>
          <p:cNvSpPr txBox="1"/>
          <p:nvPr/>
        </p:nvSpPr>
        <p:spPr>
          <a:xfrm>
            <a:off x="1798850" y="1794500"/>
            <a:ext cx="21474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&lt;&lt;nom_2&gt;&gt;</a:t>
            </a:r>
            <a:endParaRPr sz="18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Google Shape;64;p15">
            <a:extLst>
              <a:ext uri="{FF2B5EF4-FFF2-40B4-BE49-F238E27FC236}">
                <a16:creationId xmlns:a16="http://schemas.microsoft.com/office/drawing/2014/main" id="{6F808232-BC30-A837-79B8-3ABEB2D50470}"/>
              </a:ext>
            </a:extLst>
          </p:cNvPr>
          <p:cNvSpPr txBox="1"/>
          <p:nvPr/>
        </p:nvSpPr>
        <p:spPr>
          <a:xfrm>
            <a:off x="4652025" y="1575450"/>
            <a:ext cx="4011900" cy="20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&lt;&lt;desc_2&gt;&gt;</a:t>
            </a:r>
            <a:endParaRPr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9;p16">
            <a:extLst>
              <a:ext uri="{FF2B5EF4-FFF2-40B4-BE49-F238E27FC236}">
                <a16:creationId xmlns:a16="http://schemas.microsoft.com/office/drawing/2014/main" id="{BF0294A4-2F75-01A6-12BA-D76E06B4DB85}"/>
              </a:ext>
            </a:extLst>
          </p:cNvPr>
          <p:cNvSpPr txBox="1"/>
          <p:nvPr/>
        </p:nvSpPr>
        <p:spPr>
          <a:xfrm>
            <a:off x="952150" y="1300925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&lt;&lt;2_desc_hab_1&gt;&gt; 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5" name="Google Shape;70;p16">
            <a:extLst>
              <a:ext uri="{FF2B5EF4-FFF2-40B4-BE49-F238E27FC236}">
                <a16:creationId xmlns:a16="http://schemas.microsoft.com/office/drawing/2014/main" id="{354883C8-C25C-058F-F355-D7AC992F346A}"/>
              </a:ext>
            </a:extLst>
          </p:cNvPr>
          <p:cNvSpPr txBox="1"/>
          <p:nvPr/>
        </p:nvSpPr>
        <p:spPr>
          <a:xfrm>
            <a:off x="952150" y="3463500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&lt;&lt;2_desc_hab_3&gt;&gt;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7" name="Google Shape;71;p16">
            <a:extLst>
              <a:ext uri="{FF2B5EF4-FFF2-40B4-BE49-F238E27FC236}">
                <a16:creationId xmlns:a16="http://schemas.microsoft.com/office/drawing/2014/main" id="{46653221-E3A0-E579-7074-7D290AC10E96}"/>
              </a:ext>
            </a:extLst>
          </p:cNvPr>
          <p:cNvSpPr txBox="1"/>
          <p:nvPr/>
        </p:nvSpPr>
        <p:spPr>
          <a:xfrm>
            <a:off x="979175" y="80010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&lt;&lt;2_hab_1&gt;&gt;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72;p16">
            <a:extLst>
              <a:ext uri="{FF2B5EF4-FFF2-40B4-BE49-F238E27FC236}">
                <a16:creationId xmlns:a16="http://schemas.microsoft.com/office/drawing/2014/main" id="{8152B641-2237-FEB2-AEB9-D7C2826F6B35}"/>
              </a:ext>
            </a:extLst>
          </p:cNvPr>
          <p:cNvSpPr txBox="1"/>
          <p:nvPr/>
        </p:nvSpPr>
        <p:spPr>
          <a:xfrm>
            <a:off x="952150" y="290705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&lt;&lt;2_hab_3&gt;&gt;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73;p16">
            <a:extLst>
              <a:ext uri="{FF2B5EF4-FFF2-40B4-BE49-F238E27FC236}">
                <a16:creationId xmlns:a16="http://schemas.microsoft.com/office/drawing/2014/main" id="{788E408B-A1D8-2950-780A-97D428145B4E}"/>
              </a:ext>
            </a:extLst>
          </p:cNvPr>
          <p:cNvSpPr txBox="1"/>
          <p:nvPr/>
        </p:nvSpPr>
        <p:spPr>
          <a:xfrm>
            <a:off x="4762150" y="1300925"/>
            <a:ext cx="31359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FAF9F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&lt;&lt;2_desc_hab_2&gt;&gt; </a:t>
            </a:r>
            <a:endParaRPr sz="1200" dirty="0">
              <a:solidFill>
                <a:srgbClr val="595959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3" name="Google Shape;74;p16">
            <a:extLst>
              <a:ext uri="{FF2B5EF4-FFF2-40B4-BE49-F238E27FC236}">
                <a16:creationId xmlns:a16="http://schemas.microsoft.com/office/drawing/2014/main" id="{7D6B6BC3-A3EC-81BC-4611-17F00D5F8265}"/>
              </a:ext>
            </a:extLst>
          </p:cNvPr>
          <p:cNvSpPr txBox="1"/>
          <p:nvPr/>
        </p:nvSpPr>
        <p:spPr>
          <a:xfrm>
            <a:off x="4789175" y="800100"/>
            <a:ext cx="3246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&lt;&lt;2_hab_2&gt;&gt;</a:t>
            </a:r>
            <a:endParaRPr sz="17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On-screen Show (16:9)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Archivo</vt:lpstr>
      <vt:lpstr>Archivo SemiBold</vt:lpstr>
      <vt:lpstr>Archivo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2026-09-25T16:29:03Z</dcterms:modified>
</cp:coreProperties>
</file>