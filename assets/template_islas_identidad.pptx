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y="5143500" cx="9144000"/>
  <p:notesSz cx="6858000" cy="9144000"/>
  <p:embeddedFontLst>
    <p:embeddedFont>
      <p:font typeface="Archivo Medium"/>
      <p:regular r:id="rId12"/>
      <p:bold r:id="rId13"/>
      <p:italic r:id="rId14"/>
      <p:boldItalic r:id="rId15"/>
    </p:embeddedFont>
    <p:embeddedFont>
      <p:font typeface="Archivo"/>
      <p:regular r:id="rId16"/>
      <p:bold r:id="rId17"/>
      <p:italic r:id="rId18"/>
      <p:boldItalic r:id="rId19"/>
    </p:embeddedFont>
    <p:embeddedFont>
      <p:font typeface="Archivo SemiBold"/>
      <p:regular r:id="rId20"/>
      <p:bold r:id="rId21"/>
      <p:italic r:id="rId22"/>
      <p:boldItalic r:id="rId2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ArchivoSemiBold-regular.fntdata"/><Relationship Id="rId11" Type="http://schemas.openxmlformats.org/officeDocument/2006/relationships/slide" Target="slides/slide7.xml"/><Relationship Id="rId22" Type="http://schemas.openxmlformats.org/officeDocument/2006/relationships/font" Target="fonts/ArchivoSemiBold-italic.fntdata"/><Relationship Id="rId10" Type="http://schemas.openxmlformats.org/officeDocument/2006/relationships/slide" Target="slides/slide6.xml"/><Relationship Id="rId21" Type="http://schemas.openxmlformats.org/officeDocument/2006/relationships/font" Target="fonts/ArchivoSemiBold-bold.fntdata"/><Relationship Id="rId13" Type="http://schemas.openxmlformats.org/officeDocument/2006/relationships/font" Target="fonts/ArchivoMedium-bold.fntdata"/><Relationship Id="rId12" Type="http://schemas.openxmlformats.org/officeDocument/2006/relationships/font" Target="fonts/ArchivoMedium-regular.fntdata"/><Relationship Id="rId23" Type="http://schemas.openxmlformats.org/officeDocument/2006/relationships/font" Target="fonts/ArchivoSemiBold-boldItalic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font" Target="fonts/ArchivoMedium-boldItalic.fntdata"/><Relationship Id="rId14" Type="http://schemas.openxmlformats.org/officeDocument/2006/relationships/font" Target="fonts/ArchivoMedium-italic.fntdata"/><Relationship Id="rId17" Type="http://schemas.openxmlformats.org/officeDocument/2006/relationships/font" Target="fonts/Archivo-bold.fntdata"/><Relationship Id="rId16" Type="http://schemas.openxmlformats.org/officeDocument/2006/relationships/font" Target="fonts/Archivo-regular.fntdata"/><Relationship Id="rId5" Type="http://schemas.openxmlformats.org/officeDocument/2006/relationships/slide" Target="slides/slide1.xml"/><Relationship Id="rId19" Type="http://schemas.openxmlformats.org/officeDocument/2006/relationships/font" Target="fonts/Archivo-boldItalic.fntdata"/><Relationship Id="rId6" Type="http://schemas.openxmlformats.org/officeDocument/2006/relationships/slide" Target="slides/slide2.xml"/><Relationship Id="rId18" Type="http://schemas.openxmlformats.org/officeDocument/2006/relationships/font" Target="fonts/Archivo-italic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2203ca5f64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2203ca5f64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2203ca5f64b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2203ca5f64b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2203ca5f64b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2203ca5f64b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203ca5f64b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203ca5f64b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2203ca5f64b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2203ca5f64b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2204020afc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2204020afc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391725" y="1041050"/>
            <a:ext cx="4662900" cy="10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AF9FA"/>
                </a:solidFill>
                <a:latin typeface="Archivo SemiBold"/>
                <a:ea typeface="Archivo SemiBold"/>
                <a:cs typeface="Archivo SemiBold"/>
                <a:sym typeface="Archivo SemiBold"/>
              </a:rPr>
              <a:t>&lt;&lt;NOMBRE COMPLETO&gt;&gt;</a:t>
            </a:r>
            <a:endParaRPr sz="1800">
              <a:solidFill>
                <a:srgbClr val="FAF9FA"/>
              </a:solidFill>
              <a:latin typeface="Archivo SemiBold"/>
              <a:ea typeface="Archivo SemiBold"/>
              <a:cs typeface="Archivo SemiBold"/>
              <a:sym typeface="Archivo Semi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5"/>
          <p:cNvSpPr txBox="1"/>
          <p:nvPr/>
        </p:nvSpPr>
        <p:spPr>
          <a:xfrm>
            <a:off x="1798850" y="1794500"/>
            <a:ext cx="2147400" cy="15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&lt;&lt;Nombre de Isla 1&gt;&gt;</a:t>
            </a:r>
            <a:endParaRPr b="1" sz="18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64" name="Google Shape;64;p15"/>
          <p:cNvSpPr txBox="1"/>
          <p:nvPr/>
        </p:nvSpPr>
        <p:spPr>
          <a:xfrm>
            <a:off x="4652025" y="1575450"/>
            <a:ext cx="4011900" cy="20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&lt;&lt;</a:t>
            </a:r>
            <a:r>
              <a:rPr lang="en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Descripción Isla 1</a:t>
            </a:r>
            <a:r>
              <a:rPr lang="en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&gt;&gt;</a:t>
            </a:r>
            <a:endParaRPr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/>
        </p:nvSpPr>
        <p:spPr>
          <a:xfrm>
            <a:off x="952150" y="1300925"/>
            <a:ext cx="3135900" cy="133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200">
                <a:solidFill>
                  <a:srgbClr val="FAF9FA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&lt;&lt;HABILIDAD 1.1&gt;&gt;</a:t>
            </a:r>
            <a:r>
              <a:rPr lang="en" sz="1200">
                <a:solidFill>
                  <a:srgbClr val="FAF9FA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 </a:t>
            </a:r>
            <a:endParaRPr sz="1200">
              <a:solidFill>
                <a:srgbClr val="595959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  <p:sp>
        <p:nvSpPr>
          <p:cNvPr id="70" name="Google Shape;70;p16"/>
          <p:cNvSpPr txBox="1"/>
          <p:nvPr/>
        </p:nvSpPr>
        <p:spPr>
          <a:xfrm>
            <a:off x="952150" y="3463500"/>
            <a:ext cx="3135900" cy="133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AF9FA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&lt;&lt;HABILIDAD 1.3&gt;&gt;</a:t>
            </a:r>
            <a:endParaRPr sz="1200">
              <a:solidFill>
                <a:srgbClr val="595959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  <p:sp>
        <p:nvSpPr>
          <p:cNvPr id="71" name="Google Shape;71;p16"/>
          <p:cNvSpPr txBox="1"/>
          <p:nvPr/>
        </p:nvSpPr>
        <p:spPr>
          <a:xfrm>
            <a:off x="979175" y="800100"/>
            <a:ext cx="32460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rgbClr val="FF6C4C"/>
                </a:solidFill>
                <a:latin typeface="Archivo"/>
                <a:ea typeface="Archivo"/>
                <a:cs typeface="Archivo"/>
                <a:sym typeface="Archivo"/>
              </a:rPr>
              <a:t>&lt;&lt;</a:t>
            </a:r>
            <a:r>
              <a:rPr b="1" lang="en" sz="1700">
                <a:solidFill>
                  <a:srgbClr val="FF6C4C"/>
                </a:solidFill>
                <a:latin typeface="Archivo"/>
                <a:ea typeface="Archivo"/>
                <a:cs typeface="Archivo"/>
                <a:sym typeface="Archivo"/>
              </a:rPr>
              <a:t>TÍTULO</a:t>
            </a:r>
            <a:r>
              <a:rPr b="1" lang="en" sz="1700">
                <a:solidFill>
                  <a:srgbClr val="FF6C4C"/>
                </a:solidFill>
                <a:latin typeface="Archivo"/>
                <a:ea typeface="Archivo"/>
                <a:cs typeface="Archivo"/>
                <a:sym typeface="Archivo"/>
              </a:rPr>
              <a:t> HABILIDAD 1.1&gt;&gt;</a:t>
            </a:r>
            <a:endParaRPr b="1" sz="1700">
              <a:solidFill>
                <a:srgbClr val="FF6C4C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72" name="Google Shape;72;p16"/>
          <p:cNvSpPr txBox="1"/>
          <p:nvPr/>
        </p:nvSpPr>
        <p:spPr>
          <a:xfrm>
            <a:off x="952150" y="2907050"/>
            <a:ext cx="32460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rgbClr val="FF6C4C"/>
                </a:solidFill>
                <a:latin typeface="Archivo"/>
                <a:ea typeface="Archivo"/>
                <a:cs typeface="Archivo"/>
                <a:sym typeface="Archivo"/>
              </a:rPr>
              <a:t>&lt;&lt;TÍTULO HABILIDAD 1.3&gt;&gt;</a:t>
            </a:r>
            <a:endParaRPr b="1" sz="1700">
              <a:solidFill>
                <a:srgbClr val="FF6C4C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73" name="Google Shape;73;p16"/>
          <p:cNvSpPr txBox="1"/>
          <p:nvPr/>
        </p:nvSpPr>
        <p:spPr>
          <a:xfrm>
            <a:off x="4762150" y="1300925"/>
            <a:ext cx="3135900" cy="133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200">
                <a:solidFill>
                  <a:srgbClr val="FAF9FA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&lt;&lt;HABILIDAD 1.2&gt;&gt;</a:t>
            </a:r>
            <a:r>
              <a:rPr lang="en" sz="1200">
                <a:solidFill>
                  <a:srgbClr val="FAF9FA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 </a:t>
            </a:r>
            <a:endParaRPr sz="1200">
              <a:solidFill>
                <a:srgbClr val="595959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  <p:sp>
        <p:nvSpPr>
          <p:cNvPr id="74" name="Google Shape;74;p16"/>
          <p:cNvSpPr txBox="1"/>
          <p:nvPr/>
        </p:nvSpPr>
        <p:spPr>
          <a:xfrm>
            <a:off x="4789175" y="800100"/>
            <a:ext cx="32460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rgbClr val="FF6C4C"/>
                </a:solidFill>
                <a:latin typeface="Archivo"/>
                <a:ea typeface="Archivo"/>
                <a:cs typeface="Archivo"/>
                <a:sym typeface="Archivo"/>
              </a:rPr>
              <a:t>&lt;&lt;TÍTULO HABILIDAD 1.2&gt;&gt;</a:t>
            </a:r>
            <a:endParaRPr b="1" sz="1700">
              <a:solidFill>
                <a:srgbClr val="FF6C4C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/>
          <p:nvPr/>
        </p:nvSpPr>
        <p:spPr>
          <a:xfrm>
            <a:off x="1768875" y="1794500"/>
            <a:ext cx="2197200" cy="150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&lt;&lt;Nombre de Isla 2&gt;&gt;</a:t>
            </a:r>
            <a:endParaRPr b="1" sz="180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80" name="Google Shape;80;p17"/>
          <p:cNvSpPr txBox="1"/>
          <p:nvPr/>
        </p:nvSpPr>
        <p:spPr>
          <a:xfrm>
            <a:off x="4741925" y="2024200"/>
            <a:ext cx="4011900" cy="20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&lt;&lt;Descripción Isla 2&gt;&gt;</a:t>
            </a:r>
            <a:endParaRPr>
              <a:solidFill>
                <a:schemeClr val="lt1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/>
        </p:nvSpPr>
        <p:spPr>
          <a:xfrm>
            <a:off x="952150" y="1300925"/>
            <a:ext cx="3135900" cy="133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200">
                <a:solidFill>
                  <a:srgbClr val="FAF9FA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&lt;&lt;HABILIDAD 2.1&gt;&gt;</a:t>
            </a:r>
            <a:r>
              <a:rPr lang="en" sz="1200">
                <a:solidFill>
                  <a:srgbClr val="FAF9FA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 </a:t>
            </a:r>
            <a:endParaRPr sz="1200">
              <a:solidFill>
                <a:srgbClr val="595959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  <p:sp>
        <p:nvSpPr>
          <p:cNvPr id="86" name="Google Shape;86;p18"/>
          <p:cNvSpPr txBox="1"/>
          <p:nvPr/>
        </p:nvSpPr>
        <p:spPr>
          <a:xfrm>
            <a:off x="952150" y="3463500"/>
            <a:ext cx="3135900" cy="133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AF9FA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&lt;&lt;HABILIDAD 2.3&gt;&gt;</a:t>
            </a:r>
            <a:endParaRPr sz="1200">
              <a:solidFill>
                <a:srgbClr val="595959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  <p:sp>
        <p:nvSpPr>
          <p:cNvPr id="87" name="Google Shape;87;p18"/>
          <p:cNvSpPr txBox="1"/>
          <p:nvPr/>
        </p:nvSpPr>
        <p:spPr>
          <a:xfrm>
            <a:off x="979175" y="800100"/>
            <a:ext cx="32460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rgbClr val="FF6C4C"/>
                </a:solidFill>
                <a:latin typeface="Archivo"/>
                <a:ea typeface="Archivo"/>
                <a:cs typeface="Archivo"/>
                <a:sym typeface="Archivo"/>
              </a:rPr>
              <a:t>&lt;&lt;TÍTULO HABILIDAD 2.1&gt;&gt;</a:t>
            </a:r>
            <a:endParaRPr b="1" sz="1700">
              <a:solidFill>
                <a:srgbClr val="FF6C4C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88" name="Google Shape;88;p18"/>
          <p:cNvSpPr txBox="1"/>
          <p:nvPr/>
        </p:nvSpPr>
        <p:spPr>
          <a:xfrm>
            <a:off x="952150" y="2907050"/>
            <a:ext cx="32460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rgbClr val="FF6C4C"/>
                </a:solidFill>
                <a:latin typeface="Archivo"/>
                <a:ea typeface="Archivo"/>
                <a:cs typeface="Archivo"/>
                <a:sym typeface="Archivo"/>
              </a:rPr>
              <a:t>&lt;&lt;TÍTULO HABILIDAD 2.3&gt;&gt;</a:t>
            </a:r>
            <a:endParaRPr b="1" sz="1700">
              <a:solidFill>
                <a:srgbClr val="FF6C4C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89" name="Google Shape;89;p18"/>
          <p:cNvSpPr txBox="1"/>
          <p:nvPr/>
        </p:nvSpPr>
        <p:spPr>
          <a:xfrm>
            <a:off x="4762150" y="1300925"/>
            <a:ext cx="3135900" cy="133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" sz="1200">
                <a:solidFill>
                  <a:srgbClr val="FAF9FA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&lt;&lt;HABILIDAD 2.2&gt;&gt;</a:t>
            </a:r>
            <a:r>
              <a:rPr lang="en" sz="1200">
                <a:solidFill>
                  <a:srgbClr val="FAF9FA"/>
                </a:solidFill>
                <a:latin typeface="Archivo Medium"/>
                <a:ea typeface="Archivo Medium"/>
                <a:cs typeface="Archivo Medium"/>
                <a:sym typeface="Archivo Medium"/>
              </a:rPr>
              <a:t> </a:t>
            </a:r>
            <a:endParaRPr sz="1200">
              <a:solidFill>
                <a:srgbClr val="595959"/>
              </a:solidFill>
              <a:latin typeface="Archivo Medium"/>
              <a:ea typeface="Archivo Medium"/>
              <a:cs typeface="Archivo Medium"/>
              <a:sym typeface="Archivo Medium"/>
            </a:endParaRPr>
          </a:p>
        </p:txBody>
      </p:sp>
      <p:sp>
        <p:nvSpPr>
          <p:cNvPr id="90" name="Google Shape;90;p18"/>
          <p:cNvSpPr txBox="1"/>
          <p:nvPr/>
        </p:nvSpPr>
        <p:spPr>
          <a:xfrm>
            <a:off x="4789175" y="800100"/>
            <a:ext cx="32460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700">
                <a:solidFill>
                  <a:srgbClr val="FF6C4C"/>
                </a:solidFill>
                <a:latin typeface="Archivo"/>
                <a:ea typeface="Archivo"/>
                <a:cs typeface="Archivo"/>
                <a:sym typeface="Archivo"/>
              </a:rPr>
              <a:t>&lt;&lt;TÍTULO HABILIDAD 2.2&gt;&gt;</a:t>
            </a:r>
            <a:endParaRPr b="1" sz="1700">
              <a:solidFill>
                <a:srgbClr val="FF6C4C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