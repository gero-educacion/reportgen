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8288000" cx="10287000"/>
  <p:notesSz cx="6858000" cy="9144000"/>
  <p:embeddedFontLst>
    <p:embeddedFont>
      <p:font typeface="Public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 orient="horz"/>
        <p:guide pos="3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ublicSans-regular.fntdata"/><Relationship Id="rId10" Type="http://schemas.openxmlformats.org/officeDocument/2006/relationships/slide" Target="slides/slide5.xml"/><Relationship Id="rId13" Type="http://schemas.openxmlformats.org/officeDocument/2006/relationships/font" Target="fonts/PublicSans-italic.fntdata"/><Relationship Id="rId12" Type="http://schemas.openxmlformats.org/officeDocument/2006/relationships/font" Target="fonts/Public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Public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3c2d87a14_0_0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3c2d87a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3c2d87a14_0_3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3c2d87a1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3c2d87a14_0_6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3c2d87a1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3c2d87a14_0_9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3c2d87a1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8" lvl="4" marL="22860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8" lvl="5" marL="27432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8" lvl="6" marL="32004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8" lvl="7" marL="36576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8" lvl="8" marL="41148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638" lvl="0" marL="4572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indent="-376061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1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1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1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1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1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638" lvl="0" marL="4572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indent="-376061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1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1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1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1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1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376061" lvl="0" marL="4572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indent="-376061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1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1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1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1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1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449791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8" lvl="4" marL="22860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8" lvl="5" marL="27432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8" lvl="6" marL="32004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8" lvl="7" marL="36576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8" lvl="8" marL="41148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8" lvl="4" marL="22860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8" lvl="5" marL="27432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8" lvl="6" marL="3200400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8" lvl="7" marL="36576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8" lvl="8" marL="41148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indent="-400638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indent="-400638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indent="-400638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indent="-400638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indent="-400638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indent="-400638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indent="-400638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indent="-400638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516325" y="4141350"/>
            <a:ext cx="7275300" cy="17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&lt;&lt;nombre_completo&gt;&gt;</a:t>
            </a:r>
            <a:endParaRPr b="1"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1511750" y="9144000"/>
            <a:ext cx="7246800" cy="4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&lt;&lt;perseverancia_texto1&gt;&gt;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1530125" y="8312300"/>
            <a:ext cx="581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&lt;&lt;perseverancia_semaforo &gt;&gt;</a:t>
            </a:r>
            <a:endParaRPr sz="3483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1511750" y="9144000"/>
            <a:ext cx="7246800" cy="4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&lt;&lt;inteligencia_emocional_texto1&gt;&gt;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1530125" y="8312300"/>
            <a:ext cx="581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&lt;&lt;inteligencia_emocional_semaforo &gt;&gt;</a:t>
            </a:r>
            <a:endParaRPr sz="3483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1511750" y="9144000"/>
            <a:ext cx="7246800" cy="4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&lt;&lt;personalidad_texto1&gt;&gt;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1530125" y="8312300"/>
            <a:ext cx="581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&lt;&lt;personalidad_semaforo &gt;&gt;</a:t>
            </a:r>
            <a:endParaRPr sz="3483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