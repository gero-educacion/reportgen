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287000" cy="18288000"/>
  <p:notesSz cx="6858000" cy="9144000"/>
  <p:embeddedFontLs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Archivo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6cb367b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6cb367b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6cb367b1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d6cb367b1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6cb367b1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6cb367b1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6cb367b1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6cb367b1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6cb367b1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6cb367b1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6cb367b1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6cb367b1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6cb367b1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6cb367b1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6cb367b1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6cb367b1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6cb367b1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6cb367b1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781a66d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781a66d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781a66d7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781a66d7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781a66d7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781a66d7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781a66d7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781a66d7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marL="914400" lvl="1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marL="1371600" lvl="2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marL="1828800" lvl="3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marL="2286000" lvl="4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marL="2743200" lvl="5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marL="3200400" lvl="6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marL="3657600" lvl="7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marL="4114800" lvl="8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43225" y="3192425"/>
            <a:ext cx="7938300" cy="18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&lt;&lt;Nombre y Apellido&gt;&gt;</a:t>
            </a:r>
            <a:endParaRPr sz="34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190625" y="8721325"/>
            <a:ext cx="77985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&lt;&lt;¿Cuál es la institución que más te ha gustado?&gt;&gt;</a:t>
            </a:r>
            <a:endParaRPr sz="5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038225" y="35266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&lt;&lt;1_aspecto_1&gt;&gt;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038225" y="59080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&lt;&lt;1_aspecto_2&gt;&gt;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038225" y="82894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&lt;&lt;1_aspecto_3&gt;&gt;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190625" y="6756800"/>
            <a:ext cx="7798500" cy="4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&lt;&lt;¿Cuál es la segunda institución que más te ha gustado?&gt;&gt;</a:t>
            </a:r>
            <a:endParaRPr sz="5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;p15">
            <a:extLst>
              <a:ext uri="{FF2B5EF4-FFF2-40B4-BE49-F238E27FC236}">
                <a16:creationId xmlns:a16="http://schemas.microsoft.com/office/drawing/2014/main" id="{D7D60640-340D-64AA-ED15-2178D386FBFC}"/>
              </a:ext>
            </a:extLst>
          </p:cNvPr>
          <p:cNvSpPr txBox="1"/>
          <p:nvPr/>
        </p:nvSpPr>
        <p:spPr>
          <a:xfrm>
            <a:off x="1038225" y="35266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&lt;&lt;2_aspecto_1&gt;&gt;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" name="Google Shape;65;p15">
            <a:extLst>
              <a:ext uri="{FF2B5EF4-FFF2-40B4-BE49-F238E27FC236}">
                <a16:creationId xmlns:a16="http://schemas.microsoft.com/office/drawing/2014/main" id="{26E0C2B6-DF17-12FE-0BBF-929EB9E13CBD}"/>
              </a:ext>
            </a:extLst>
          </p:cNvPr>
          <p:cNvSpPr txBox="1"/>
          <p:nvPr/>
        </p:nvSpPr>
        <p:spPr>
          <a:xfrm>
            <a:off x="1038225" y="59080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&lt;&lt;2_aspecto_2&gt;&gt;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" name="Google Shape;66;p15">
            <a:extLst>
              <a:ext uri="{FF2B5EF4-FFF2-40B4-BE49-F238E27FC236}">
                <a16:creationId xmlns:a16="http://schemas.microsoft.com/office/drawing/2014/main" id="{E1FB420F-ADF1-F59B-DC47-D3AA24DEB63E}"/>
              </a:ext>
            </a:extLst>
          </p:cNvPr>
          <p:cNvSpPr txBox="1"/>
          <p:nvPr/>
        </p:nvSpPr>
        <p:spPr>
          <a:xfrm>
            <a:off x="1038225" y="82894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&lt;&lt;2_aspecto_3&gt;&gt;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1190625" y="7739075"/>
            <a:ext cx="7798500" cy="3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&lt;&lt;¿Cuál es la tercera institución que más te ha gustado?&gt;&gt;</a:t>
            </a:r>
            <a:endParaRPr sz="5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;p15">
            <a:extLst>
              <a:ext uri="{FF2B5EF4-FFF2-40B4-BE49-F238E27FC236}">
                <a16:creationId xmlns:a16="http://schemas.microsoft.com/office/drawing/2014/main" id="{2090F838-B16E-2829-63BF-F7B06E887475}"/>
              </a:ext>
            </a:extLst>
          </p:cNvPr>
          <p:cNvSpPr txBox="1"/>
          <p:nvPr/>
        </p:nvSpPr>
        <p:spPr>
          <a:xfrm>
            <a:off x="1038225" y="35266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&lt;&lt;3_aspecto_1&gt;&gt;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5" name="Google Shape;65;p15">
            <a:extLst>
              <a:ext uri="{FF2B5EF4-FFF2-40B4-BE49-F238E27FC236}">
                <a16:creationId xmlns:a16="http://schemas.microsoft.com/office/drawing/2014/main" id="{CA3015E4-7123-F831-02DD-DBAA53921333}"/>
              </a:ext>
            </a:extLst>
          </p:cNvPr>
          <p:cNvSpPr txBox="1"/>
          <p:nvPr/>
        </p:nvSpPr>
        <p:spPr>
          <a:xfrm>
            <a:off x="1038225" y="59080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&lt;&lt;3_aspecto_2&gt;&gt;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" name="Google Shape;66;p15">
            <a:extLst>
              <a:ext uri="{FF2B5EF4-FFF2-40B4-BE49-F238E27FC236}">
                <a16:creationId xmlns:a16="http://schemas.microsoft.com/office/drawing/2014/main" id="{422ED289-4552-B98C-547C-62C7F43FACF7}"/>
              </a:ext>
            </a:extLst>
          </p:cNvPr>
          <p:cNvSpPr txBox="1"/>
          <p:nvPr/>
        </p:nvSpPr>
        <p:spPr>
          <a:xfrm>
            <a:off x="1038225" y="8289425"/>
            <a:ext cx="77985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&lt;&lt;3_aspecto_3&gt;&gt;</a:t>
            </a: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1038225" y="7739075"/>
            <a:ext cx="7798500" cy="51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&lt;&lt;¿Qué conoces de las instituciones que tienes en mente?&gt;&gt;</a:t>
            </a:r>
            <a:endParaRPr sz="40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962025" y="6900875"/>
            <a:ext cx="7798500" cy="5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&lt;&lt;¿Por qué te atraen esas instituciones?&gt;&gt;</a:t>
            </a:r>
            <a:endParaRPr sz="42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/>
        </p:nvSpPr>
        <p:spPr>
          <a:xfrm>
            <a:off x="1175750" y="3895550"/>
            <a:ext cx="7833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1175750" y="37499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CARRERA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" name="Google Shape;111;p23"/>
          <p:cNvSpPr txBox="1"/>
          <p:nvPr/>
        </p:nvSpPr>
        <p:spPr>
          <a:xfrm>
            <a:off x="1108400" y="48854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&lt;&lt;1_carrera&gt;&gt;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1193025" y="65164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INSTITUCIÓN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" name="Google Shape;113;p23"/>
          <p:cNvSpPr txBox="1"/>
          <p:nvPr/>
        </p:nvSpPr>
        <p:spPr>
          <a:xfrm>
            <a:off x="1125675" y="76519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&lt;&lt;1_institucion&gt;&gt;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1209425" y="91373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CC28D"/>
                </a:solidFill>
                <a:latin typeface="Archivo"/>
                <a:ea typeface="Archivo"/>
                <a:cs typeface="Archivo"/>
                <a:sym typeface="Archivo"/>
              </a:rPr>
              <a:t>PROS</a:t>
            </a:r>
            <a:endParaRPr sz="4000" b="1">
              <a:solidFill>
                <a:srgbClr val="4CC28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1142075" y="102728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&lt;&lt;1_pros&gt;&gt;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1209425" y="1199117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ED6B50"/>
                </a:solidFill>
                <a:latin typeface="Archivo"/>
                <a:ea typeface="Archivo"/>
                <a:cs typeface="Archivo"/>
                <a:sym typeface="Archivo"/>
              </a:rPr>
              <a:t>CONTRAS</a:t>
            </a:r>
            <a:endParaRPr sz="4000" b="1">
              <a:solidFill>
                <a:srgbClr val="ED6B5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1142075" y="13126675"/>
            <a:ext cx="3615600" cy="3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&lt;&lt;1_contras&gt;&gt;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9;p23">
            <a:extLst>
              <a:ext uri="{FF2B5EF4-FFF2-40B4-BE49-F238E27FC236}">
                <a16:creationId xmlns:a16="http://schemas.microsoft.com/office/drawing/2014/main" id="{B7B57CA8-645E-75BF-6C8A-8F958858D04A}"/>
              </a:ext>
            </a:extLst>
          </p:cNvPr>
          <p:cNvSpPr txBox="1"/>
          <p:nvPr/>
        </p:nvSpPr>
        <p:spPr>
          <a:xfrm>
            <a:off x="1175750" y="3895550"/>
            <a:ext cx="7833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2"/>
              </a:solidFill>
            </a:endParaRPr>
          </a:p>
        </p:txBody>
      </p:sp>
      <p:sp>
        <p:nvSpPr>
          <p:cNvPr id="5" name="Google Shape;110;p23">
            <a:extLst>
              <a:ext uri="{FF2B5EF4-FFF2-40B4-BE49-F238E27FC236}">
                <a16:creationId xmlns:a16="http://schemas.microsoft.com/office/drawing/2014/main" id="{426B171A-3017-E37D-B41C-6A00C8BC7DC9}"/>
              </a:ext>
            </a:extLst>
          </p:cNvPr>
          <p:cNvSpPr txBox="1"/>
          <p:nvPr/>
        </p:nvSpPr>
        <p:spPr>
          <a:xfrm>
            <a:off x="1175750" y="37499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CARRERA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" name="Google Shape;111;p23">
            <a:extLst>
              <a:ext uri="{FF2B5EF4-FFF2-40B4-BE49-F238E27FC236}">
                <a16:creationId xmlns:a16="http://schemas.microsoft.com/office/drawing/2014/main" id="{5AB4B586-B996-D0FA-B87B-348E2C6B65D4}"/>
              </a:ext>
            </a:extLst>
          </p:cNvPr>
          <p:cNvSpPr txBox="1"/>
          <p:nvPr/>
        </p:nvSpPr>
        <p:spPr>
          <a:xfrm>
            <a:off x="1108400" y="48854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&lt;&lt;2_carrera&gt;&gt;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9" name="Google Shape;112;p23">
            <a:extLst>
              <a:ext uri="{FF2B5EF4-FFF2-40B4-BE49-F238E27FC236}">
                <a16:creationId xmlns:a16="http://schemas.microsoft.com/office/drawing/2014/main" id="{5E85959B-3CDB-8149-9C4C-E60CF6F17C27}"/>
              </a:ext>
            </a:extLst>
          </p:cNvPr>
          <p:cNvSpPr txBox="1"/>
          <p:nvPr/>
        </p:nvSpPr>
        <p:spPr>
          <a:xfrm>
            <a:off x="1193025" y="65164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INSTITUCIÓN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" name="Google Shape;113;p23">
            <a:extLst>
              <a:ext uri="{FF2B5EF4-FFF2-40B4-BE49-F238E27FC236}">
                <a16:creationId xmlns:a16="http://schemas.microsoft.com/office/drawing/2014/main" id="{F61E8970-9285-7991-F849-9E09A6039234}"/>
              </a:ext>
            </a:extLst>
          </p:cNvPr>
          <p:cNvSpPr txBox="1"/>
          <p:nvPr/>
        </p:nvSpPr>
        <p:spPr>
          <a:xfrm>
            <a:off x="1125675" y="76519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&lt;&lt;2_institucion&gt;&gt;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3" name="Google Shape;114;p23">
            <a:extLst>
              <a:ext uri="{FF2B5EF4-FFF2-40B4-BE49-F238E27FC236}">
                <a16:creationId xmlns:a16="http://schemas.microsoft.com/office/drawing/2014/main" id="{6E1AA8A9-152C-740D-3622-68B1A138F329}"/>
              </a:ext>
            </a:extLst>
          </p:cNvPr>
          <p:cNvSpPr txBox="1"/>
          <p:nvPr/>
        </p:nvSpPr>
        <p:spPr>
          <a:xfrm>
            <a:off x="1209425" y="91373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CC28D"/>
                </a:solidFill>
                <a:latin typeface="Archivo"/>
                <a:ea typeface="Archivo"/>
                <a:cs typeface="Archivo"/>
                <a:sym typeface="Archivo"/>
              </a:rPr>
              <a:t>PROS</a:t>
            </a:r>
            <a:endParaRPr sz="4000" b="1">
              <a:solidFill>
                <a:srgbClr val="4CC28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" name="Google Shape;115;p23">
            <a:extLst>
              <a:ext uri="{FF2B5EF4-FFF2-40B4-BE49-F238E27FC236}">
                <a16:creationId xmlns:a16="http://schemas.microsoft.com/office/drawing/2014/main" id="{CB283A57-C6AB-CEC5-F741-06EBD2E7AFF9}"/>
              </a:ext>
            </a:extLst>
          </p:cNvPr>
          <p:cNvSpPr txBox="1"/>
          <p:nvPr/>
        </p:nvSpPr>
        <p:spPr>
          <a:xfrm>
            <a:off x="1142075" y="102728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&lt;&lt;2_pros&gt;&gt;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7" name="Google Shape;116;p23">
            <a:extLst>
              <a:ext uri="{FF2B5EF4-FFF2-40B4-BE49-F238E27FC236}">
                <a16:creationId xmlns:a16="http://schemas.microsoft.com/office/drawing/2014/main" id="{67C7B536-0F7E-5296-E7DA-9690CFA72CB1}"/>
              </a:ext>
            </a:extLst>
          </p:cNvPr>
          <p:cNvSpPr txBox="1"/>
          <p:nvPr/>
        </p:nvSpPr>
        <p:spPr>
          <a:xfrm>
            <a:off x="1209425" y="1199117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ED6B50"/>
                </a:solidFill>
                <a:latin typeface="Archivo"/>
                <a:ea typeface="Archivo"/>
                <a:cs typeface="Archivo"/>
                <a:sym typeface="Archivo"/>
              </a:rPr>
              <a:t>CONTRAS</a:t>
            </a:r>
            <a:endParaRPr sz="4000" b="1">
              <a:solidFill>
                <a:srgbClr val="ED6B5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117;p23">
            <a:extLst>
              <a:ext uri="{FF2B5EF4-FFF2-40B4-BE49-F238E27FC236}">
                <a16:creationId xmlns:a16="http://schemas.microsoft.com/office/drawing/2014/main" id="{095F73C6-448E-0476-9081-4D998533B7A7}"/>
              </a:ext>
            </a:extLst>
          </p:cNvPr>
          <p:cNvSpPr txBox="1"/>
          <p:nvPr/>
        </p:nvSpPr>
        <p:spPr>
          <a:xfrm>
            <a:off x="1142075" y="13126675"/>
            <a:ext cx="3615600" cy="3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&lt;&lt;2_contras&gt;&gt;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09;p23">
            <a:extLst>
              <a:ext uri="{FF2B5EF4-FFF2-40B4-BE49-F238E27FC236}">
                <a16:creationId xmlns:a16="http://schemas.microsoft.com/office/drawing/2014/main" id="{4C6E6C7A-8E42-A261-C704-4FF594CA6A56}"/>
              </a:ext>
            </a:extLst>
          </p:cNvPr>
          <p:cNvSpPr txBox="1"/>
          <p:nvPr/>
        </p:nvSpPr>
        <p:spPr>
          <a:xfrm>
            <a:off x="1175750" y="3895550"/>
            <a:ext cx="7833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2"/>
              </a:solidFill>
            </a:endParaRPr>
          </a:p>
        </p:txBody>
      </p:sp>
      <p:sp>
        <p:nvSpPr>
          <p:cNvPr id="23" name="Google Shape;110;p23">
            <a:extLst>
              <a:ext uri="{FF2B5EF4-FFF2-40B4-BE49-F238E27FC236}">
                <a16:creationId xmlns:a16="http://schemas.microsoft.com/office/drawing/2014/main" id="{5B4FA67A-F8E3-E23E-400B-59ED95CE2906}"/>
              </a:ext>
            </a:extLst>
          </p:cNvPr>
          <p:cNvSpPr txBox="1"/>
          <p:nvPr/>
        </p:nvSpPr>
        <p:spPr>
          <a:xfrm>
            <a:off x="1175750" y="37499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CARRERA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" name="Google Shape;111;p23">
            <a:extLst>
              <a:ext uri="{FF2B5EF4-FFF2-40B4-BE49-F238E27FC236}">
                <a16:creationId xmlns:a16="http://schemas.microsoft.com/office/drawing/2014/main" id="{543C6303-C51A-C5A3-B48C-E5DE1CBB47CC}"/>
              </a:ext>
            </a:extLst>
          </p:cNvPr>
          <p:cNvSpPr txBox="1"/>
          <p:nvPr/>
        </p:nvSpPr>
        <p:spPr>
          <a:xfrm>
            <a:off x="1108400" y="488545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&lt;&lt;3_carrera&gt;&gt;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7" name="Google Shape;112;p23">
            <a:extLst>
              <a:ext uri="{FF2B5EF4-FFF2-40B4-BE49-F238E27FC236}">
                <a16:creationId xmlns:a16="http://schemas.microsoft.com/office/drawing/2014/main" id="{0A2B915E-92FD-CB69-A28F-CF86523635AC}"/>
              </a:ext>
            </a:extLst>
          </p:cNvPr>
          <p:cNvSpPr txBox="1"/>
          <p:nvPr/>
        </p:nvSpPr>
        <p:spPr>
          <a:xfrm>
            <a:off x="1193025" y="65164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INSTITUCIÓN</a:t>
            </a:r>
            <a:endParaRPr sz="40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" name="Google Shape;113;p23">
            <a:extLst>
              <a:ext uri="{FF2B5EF4-FFF2-40B4-BE49-F238E27FC236}">
                <a16:creationId xmlns:a16="http://schemas.microsoft.com/office/drawing/2014/main" id="{2BFC5F7E-AAA2-83BA-7C62-DADB48DE5C50}"/>
              </a:ext>
            </a:extLst>
          </p:cNvPr>
          <p:cNvSpPr txBox="1"/>
          <p:nvPr/>
        </p:nvSpPr>
        <p:spPr>
          <a:xfrm>
            <a:off x="1125675" y="765192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&lt;&lt;3_institucion&gt;&gt;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1" name="Google Shape;114;p23">
            <a:extLst>
              <a:ext uri="{FF2B5EF4-FFF2-40B4-BE49-F238E27FC236}">
                <a16:creationId xmlns:a16="http://schemas.microsoft.com/office/drawing/2014/main" id="{575D5EBA-4573-276C-7796-438CD959ED56}"/>
              </a:ext>
            </a:extLst>
          </p:cNvPr>
          <p:cNvSpPr txBox="1"/>
          <p:nvPr/>
        </p:nvSpPr>
        <p:spPr>
          <a:xfrm>
            <a:off x="1209425" y="91373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CC28D"/>
                </a:solidFill>
                <a:latin typeface="Archivo"/>
                <a:ea typeface="Archivo"/>
                <a:cs typeface="Archivo"/>
                <a:sym typeface="Archivo"/>
              </a:rPr>
              <a:t>PROS</a:t>
            </a:r>
            <a:endParaRPr sz="4000" b="1">
              <a:solidFill>
                <a:srgbClr val="4CC28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115;p23">
            <a:extLst>
              <a:ext uri="{FF2B5EF4-FFF2-40B4-BE49-F238E27FC236}">
                <a16:creationId xmlns:a16="http://schemas.microsoft.com/office/drawing/2014/main" id="{426FBCFC-45BF-1149-11CE-DAF44663E9FB}"/>
              </a:ext>
            </a:extLst>
          </p:cNvPr>
          <p:cNvSpPr txBox="1"/>
          <p:nvPr/>
        </p:nvSpPr>
        <p:spPr>
          <a:xfrm>
            <a:off x="1142075" y="10272800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&lt;&lt;3_pros&gt;&gt;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5" name="Google Shape;116;p23">
            <a:extLst>
              <a:ext uri="{FF2B5EF4-FFF2-40B4-BE49-F238E27FC236}">
                <a16:creationId xmlns:a16="http://schemas.microsoft.com/office/drawing/2014/main" id="{59E34C45-68FB-C33B-3D63-5A2F22C70966}"/>
              </a:ext>
            </a:extLst>
          </p:cNvPr>
          <p:cNvSpPr txBox="1"/>
          <p:nvPr/>
        </p:nvSpPr>
        <p:spPr>
          <a:xfrm>
            <a:off x="1209425" y="11991175"/>
            <a:ext cx="7968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ED6B50"/>
                </a:solidFill>
                <a:latin typeface="Archivo"/>
                <a:ea typeface="Archivo"/>
                <a:cs typeface="Archivo"/>
                <a:sym typeface="Archivo"/>
              </a:rPr>
              <a:t>CONTRAS</a:t>
            </a:r>
            <a:endParaRPr sz="4000" b="1">
              <a:solidFill>
                <a:srgbClr val="ED6B5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" name="Google Shape;117;p23">
            <a:extLst>
              <a:ext uri="{FF2B5EF4-FFF2-40B4-BE49-F238E27FC236}">
                <a16:creationId xmlns:a16="http://schemas.microsoft.com/office/drawing/2014/main" id="{B80F6D77-4395-B091-DA1E-6A2BA92C6509}"/>
              </a:ext>
            </a:extLst>
          </p:cNvPr>
          <p:cNvSpPr txBox="1"/>
          <p:nvPr/>
        </p:nvSpPr>
        <p:spPr>
          <a:xfrm>
            <a:off x="1142075" y="13126675"/>
            <a:ext cx="3615600" cy="3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&lt;&lt;3_contras&gt;&gt;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Custom</PresentationFormat>
  <Paragraphs>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Archivo Medium</vt:lpstr>
      <vt:lpstr>Archivo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2026-09-25T15:37:12Z</dcterms:modified>
</cp:coreProperties>
</file>