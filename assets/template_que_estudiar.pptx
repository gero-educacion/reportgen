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0287000" cy="18288000"/>
  <p:notesSz cx="6858000" cy="9144000"/>
  <p:embeddedFontLst>
    <p:embeddedFont>
      <p:font typeface="Archivo" panose="020B0604020202020204" charset="0"/>
      <p:regular r:id="rId14"/>
      <p:bold r:id="rId15"/>
      <p:italic r:id="rId16"/>
      <p:boldItalic r:id="rId17"/>
    </p:embeddedFont>
    <p:embeddedFont>
      <p:font typeface="Archivo Medium" panose="020B0604020202020204" charset="0"/>
      <p:regular r:id="rId18"/>
      <p:bold r:id="rId19"/>
      <p:italic r:id="rId20"/>
      <p:boldItalic r:id="rId21"/>
    </p:embeddedFont>
    <p:embeddedFont>
      <p:font typeface="Archivo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78cae0a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78cae0a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78cae0a2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78cae0a2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d78cae0a2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d78cae0a2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78cae0a2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78cae0a2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78cae0a2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78cae0a2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78cae0a2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78cae0a2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78cae0a2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78cae0a2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78cae0a2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78cae0a2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78cae0a2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78cae0a2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78cae0a2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d78cae0a2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5085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200"/>
              <a:buNone/>
              <a:defRPr sz="23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marL="914400" lvl="1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marL="1371600" lvl="2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marL="1828800" lvl="3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marL="2286000" lvl="4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marL="2743200" lvl="5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marL="3200400" lvl="6" indent="-40005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marL="3657600" lvl="7" indent="-40005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marL="4114800" lvl="8" indent="-40005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50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marL="914400" lvl="1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marL="1371600" lvl="2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marL="1828800" lvl="3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marL="2286000" lvl="4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marL="2743200" lvl="5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marL="3200400" lvl="6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marL="3657600" lvl="7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marL="4114800" lvl="8" indent="-400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43225" y="3192425"/>
            <a:ext cx="7938300" cy="18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&lt;&lt;Nombre y Apellido&gt;&gt;</a:t>
            </a:r>
            <a:endParaRPr sz="3600" b="1" dirty="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980000" y="5438975"/>
            <a:ext cx="82332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&lt;&lt;Carrera 1&gt;&gt;</a:t>
            </a:r>
            <a:endParaRPr sz="3400" b="1" dirty="0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 dirty="0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681975" y="9220200"/>
            <a:ext cx="72804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&lt;&lt;Aspecto 1&gt;&gt;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704200" y="12703575"/>
            <a:ext cx="72804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&lt;&lt;Futuro 1&gt;&gt;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953950" y="4518275"/>
            <a:ext cx="8154000" cy="6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Texto descriptivo 1&gt;&gt;</a:t>
            </a:r>
            <a:endParaRPr sz="3000" dirty="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547525" y="12481750"/>
            <a:ext cx="77058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Área de estudio 1&gt;&gt;</a:t>
            </a: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5776850" y="13436050"/>
            <a:ext cx="43422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Duración 1&gt;&gt;</a:t>
            </a: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980000" y="5438975"/>
            <a:ext cx="82332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&lt;&lt;Carrera 2&gt;&gt;</a:t>
            </a:r>
            <a:endParaRPr sz="34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681975" y="8763000"/>
            <a:ext cx="72804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&lt;&lt;Aspecto 2&gt;&gt;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704200" y="12246375"/>
            <a:ext cx="72804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&lt;&lt;Futuro 2&gt;&gt;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953950" y="4518275"/>
            <a:ext cx="8154000" cy="6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Texto descriptivo 2&gt;&gt;</a:t>
            </a:r>
            <a:endParaRPr sz="30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1547525" y="12481750"/>
            <a:ext cx="77058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Área de estudio 2&gt;&gt;</a:t>
            </a: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5776850" y="13436050"/>
            <a:ext cx="43422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Duración 2&gt;&gt;</a:t>
            </a: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980000" y="5438975"/>
            <a:ext cx="82332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FCBE41"/>
                </a:solidFill>
                <a:latin typeface="Archivo"/>
                <a:ea typeface="Archivo"/>
                <a:cs typeface="Archivo"/>
                <a:sym typeface="Archivo"/>
              </a:rPr>
              <a:t>&lt;&lt;Carrera 3&gt;&gt;</a:t>
            </a:r>
            <a:endParaRPr sz="34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rgbClr val="FCBE4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1681975" y="8839200"/>
            <a:ext cx="72804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&lt;&lt;Aspecto 3&gt;&gt;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1704200" y="12322575"/>
            <a:ext cx="7280400" cy="18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&lt;&lt;Futuro 3&gt;&gt;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953950" y="4518275"/>
            <a:ext cx="8154000" cy="6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Texto descriptivo 3&gt;&gt;</a:t>
            </a:r>
            <a:endParaRPr sz="30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1547525" y="12481750"/>
            <a:ext cx="77058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Área de estudio 3&gt;&gt;</a:t>
            </a: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5776850" y="13436050"/>
            <a:ext cx="43422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&lt;&lt;Ficha tecnica Duración 3&gt;&gt;</a:t>
            </a: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1686500" y="2498250"/>
            <a:ext cx="7589100" cy="16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&lt;&lt;¿Cuál fue la carrera que elegiste para esta actividad?&gt;&gt;</a:t>
            </a:r>
            <a:endParaRPr sz="2800" dirty="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1686500" y="5038250"/>
            <a:ext cx="7589100" cy="16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&lt;&lt;¿Qué pregunta decidiste abordar?&gt;&gt;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1595775" y="8343300"/>
            <a:ext cx="7589100" cy="16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&lt;&lt;¿Qué crees que te permitió aprender?&gt;&gt;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1595775" y="13332575"/>
            <a:ext cx="7589100" cy="3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CBE4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&lt;&lt;¿Harías alguna modificación a tu prototipo luego de testearlo con tu compañero/a? En caso de que sí, ¿cuáles? y en caso de que no ¿por qué?&gt;&gt;</a:t>
            </a: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CBE4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Custom</PresentationFormat>
  <Paragraphs>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Archivo</vt:lpstr>
      <vt:lpstr>Archivo Medium</vt:lpstr>
      <vt:lpstr>Arial</vt:lpstr>
      <vt:lpstr>Archivo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2</cp:revision>
  <dcterms:modified xsi:type="dcterms:W3CDTF">2026-09-24T19:55:01Z</dcterms:modified>
</cp:coreProperties>
</file>