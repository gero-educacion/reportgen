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0287000" cy="18288000"/>
  <p:notesSz cx="6858000" cy="9144000"/>
  <p:embeddedFontLst>
    <p:embeddedFont>
      <p:font typeface="Archivo" panose="020B0604020202020204" charset="0"/>
      <p:regular r:id="rId14"/>
      <p:bold r:id="rId15"/>
      <p:italic r:id="rId16"/>
      <p:boldItalic r:id="rId17"/>
    </p:embeddedFont>
    <p:embeddedFont>
      <p:font typeface="Archivo Medium" panose="020B0604020202020204" charset="0"/>
      <p:regular r:id="rId18"/>
      <p:bold r:id="rId19"/>
      <p:italic r:id="rId20"/>
      <p:boldItalic r:id="rId21"/>
    </p:embeddedFont>
    <p:embeddedFont>
      <p:font typeface="Archivo SemiBold" panose="020B0604020202020204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2909" y="106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d78cae0a2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2d78cae0a2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78cae0a27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78cae0a27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2d78cae0a27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2d78cae0a27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d78cae0a27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d78cae0a27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d78cae0a27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2d78cae0a27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2d78cae0a27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2d78cae0a27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d78cae0a27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2d78cae0a27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2d78cae0a27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2d78cae0a27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d78cae0a27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2d78cae0a27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d78cae0a27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2d78cae0a27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1pPr>
            <a:lvl2pPr lvl="1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2pPr>
            <a:lvl3pPr lvl="2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3pPr>
            <a:lvl4pPr lvl="3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4pPr>
            <a:lvl5pPr lvl="4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5pPr>
            <a:lvl6pPr lvl="5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6pPr>
            <a:lvl7pPr lvl="6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7pPr>
            <a:lvl8pPr lvl="7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8pPr>
            <a:lvl9pPr lvl="8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2pPr>
            <a:lvl3pPr lvl="2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3pPr>
            <a:lvl4pPr lvl="3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4pPr>
            <a:lvl5pPr lvl="4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5pPr>
            <a:lvl6pPr lvl="5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6pPr>
            <a:lvl7pPr lvl="6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7pPr>
            <a:lvl8pPr lvl="7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8pPr>
            <a:lvl9pPr lvl="8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50850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marL="914400" lvl="1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marL="1371600" lvl="2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marL="1828800" lvl="3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marL="2286000" lvl="4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marL="2743200" lvl="5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marL="3200400" lvl="6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marL="3657600" lvl="7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marL="4114800" lvl="8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 sz="2700"/>
            </a:lvl1pPr>
            <a:lvl2pPr marL="914400" lvl="1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marL="1371600" lvl="2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marL="1828800" lvl="3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marL="2286000" lvl="4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marL="2743200" lvl="5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marL="3200400" lvl="6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marL="3657600" lvl="7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marL="4114800" lvl="8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 sz="2700"/>
            </a:lvl1pPr>
            <a:lvl2pPr marL="914400" lvl="1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marL="1371600" lvl="2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marL="1828800" lvl="3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marL="2286000" lvl="4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marL="2743200" lvl="5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marL="3200400" lvl="6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marL="3657600" lvl="7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marL="4114800" lvl="8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1pPr>
            <a:lvl2pPr marL="914400" lvl="1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marL="1371600" lvl="2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marL="1828800" lvl="3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marL="2286000" lvl="4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marL="2743200" lvl="5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marL="3200400" lvl="6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marL="3657600" lvl="7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marL="4114800" lvl="8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1pPr>
            <a:lvl2pPr lvl="1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2pPr>
            <a:lvl3pPr lvl="2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3pPr>
            <a:lvl4pPr lvl="3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4pPr>
            <a:lvl5pPr lvl="4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5pPr>
            <a:lvl6pPr lvl="5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6pPr>
            <a:lvl7pPr lvl="6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7pPr>
            <a:lvl8pPr lvl="7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8pPr>
            <a:lvl9pPr lvl="8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1pPr>
            <a:lvl2pPr lvl="1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2pPr>
            <a:lvl3pPr lvl="2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3pPr>
            <a:lvl4pPr lvl="3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4pPr>
            <a:lvl5pPr lvl="4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5pPr>
            <a:lvl6pPr lvl="5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6pPr>
            <a:lvl7pPr lvl="6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7pPr>
            <a:lvl8pPr lvl="7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8pPr>
            <a:lvl9pPr lvl="8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50850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marL="914400" lvl="1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marL="1371600" lvl="2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marL="1828800" lvl="3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marL="2286000" lvl="4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marL="2743200" lvl="5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marL="3200400" lvl="6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marL="3657600" lvl="7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marL="4114800" lvl="8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50850" algn="ctr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marL="914400" lvl="1" indent="-40005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marL="1371600" lvl="2" indent="-40005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marL="1828800" lvl="3" indent="-400050" algn="ctr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marL="2286000" lvl="4" indent="-40005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marL="2743200" lvl="5" indent="-40005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marL="3200400" lvl="6" indent="-400050" algn="ctr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marL="3657600" lvl="7" indent="-40005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marL="4114800" lvl="8" indent="-40005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50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Char char="●"/>
              <a:defRPr sz="3500">
                <a:solidFill>
                  <a:schemeClr val="dk2"/>
                </a:solidFill>
              </a:defRPr>
            </a:lvl1pPr>
            <a:lvl2pPr marL="914400" lvl="1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2pPr>
            <a:lvl3pPr marL="1371600" lvl="2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3pPr>
            <a:lvl4pPr marL="1828800" lvl="3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●"/>
              <a:defRPr sz="2700">
                <a:solidFill>
                  <a:schemeClr val="dk2"/>
                </a:solidFill>
              </a:defRPr>
            </a:lvl4pPr>
            <a:lvl5pPr marL="2286000" lvl="4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5pPr>
            <a:lvl6pPr marL="2743200" lvl="5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6pPr>
            <a:lvl7pPr marL="3200400" lvl="6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●"/>
              <a:defRPr sz="2700">
                <a:solidFill>
                  <a:schemeClr val="dk2"/>
                </a:solidFill>
              </a:defRPr>
            </a:lvl7pPr>
            <a:lvl8pPr marL="3657600" lvl="7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8pPr>
            <a:lvl9pPr marL="4114800" lvl="8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00">
                <a:solidFill>
                  <a:schemeClr val="dk2"/>
                </a:solidFill>
              </a:defRPr>
            </a:lvl1pPr>
            <a:lvl2pPr lvl="1" algn="r">
              <a:buNone/>
              <a:defRPr sz="1900">
                <a:solidFill>
                  <a:schemeClr val="dk2"/>
                </a:solidFill>
              </a:defRPr>
            </a:lvl2pPr>
            <a:lvl3pPr lvl="2" algn="r">
              <a:buNone/>
              <a:defRPr sz="1900">
                <a:solidFill>
                  <a:schemeClr val="dk2"/>
                </a:solidFill>
              </a:defRPr>
            </a:lvl3pPr>
            <a:lvl4pPr lvl="3" algn="r">
              <a:buNone/>
              <a:defRPr sz="1900">
                <a:solidFill>
                  <a:schemeClr val="dk2"/>
                </a:solidFill>
              </a:defRPr>
            </a:lvl4pPr>
            <a:lvl5pPr lvl="4" algn="r">
              <a:buNone/>
              <a:defRPr sz="1900">
                <a:solidFill>
                  <a:schemeClr val="dk2"/>
                </a:solidFill>
              </a:defRPr>
            </a:lvl5pPr>
            <a:lvl6pPr lvl="5" algn="r">
              <a:buNone/>
              <a:defRPr sz="1900">
                <a:solidFill>
                  <a:schemeClr val="dk2"/>
                </a:solidFill>
              </a:defRPr>
            </a:lvl6pPr>
            <a:lvl7pPr lvl="6" algn="r">
              <a:buNone/>
              <a:defRPr sz="1900">
                <a:solidFill>
                  <a:schemeClr val="dk2"/>
                </a:solidFill>
              </a:defRPr>
            </a:lvl7pPr>
            <a:lvl8pPr lvl="7" algn="r">
              <a:buNone/>
              <a:defRPr sz="1900">
                <a:solidFill>
                  <a:schemeClr val="dk2"/>
                </a:solidFill>
              </a:defRPr>
            </a:lvl8pPr>
            <a:lvl9pPr lvl="8" algn="r">
              <a:buNone/>
              <a:defRPr sz="19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043225" y="3192425"/>
            <a:ext cx="7938300" cy="18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FFFFF"/>
                </a:solidFill>
                <a:latin typeface="Archivo"/>
                <a:ea typeface="Archivo"/>
                <a:cs typeface="Archivo"/>
                <a:sym typeface="Archivo"/>
              </a:rPr>
              <a:t>&lt;&lt;NOMBRE COMPLETO&gt;&gt;</a:t>
            </a:r>
            <a:endParaRPr sz="3600" b="1">
              <a:solidFill>
                <a:srgbClr val="FFFFFF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980000" y="5438975"/>
            <a:ext cx="8233200" cy="18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 b="1" dirty="0">
                <a:solidFill>
                  <a:srgbClr val="FCBE41"/>
                </a:solidFill>
                <a:latin typeface="Archivo"/>
                <a:ea typeface="Archivo"/>
                <a:cs typeface="Archivo"/>
                <a:sym typeface="Archivo"/>
              </a:rPr>
              <a:t>&lt;&lt;Carrera 1&gt;&gt;</a:t>
            </a:r>
            <a:endParaRPr sz="3400" b="1" dirty="0">
              <a:solidFill>
                <a:srgbClr val="FCBE4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00" b="1" dirty="0">
              <a:solidFill>
                <a:srgbClr val="FCBE4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1681975" y="9220200"/>
            <a:ext cx="7280400" cy="18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&lt;&lt;Aspecto 1&gt;&gt;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704200" y="12703575"/>
            <a:ext cx="7280400" cy="18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&lt;&lt;Futuro 1&gt;&gt;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/>
          <p:nvPr/>
        </p:nvSpPr>
        <p:spPr>
          <a:xfrm>
            <a:off x="953950" y="4518275"/>
            <a:ext cx="8154000" cy="6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&lt;&lt;Ficha tecnica Texto descriptivo 1&gt;&gt;</a:t>
            </a:r>
            <a:endParaRPr sz="3000" dirty="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71" name="Google Shape;71;p16"/>
          <p:cNvSpPr txBox="1"/>
          <p:nvPr/>
        </p:nvSpPr>
        <p:spPr>
          <a:xfrm>
            <a:off x="1547525" y="12481750"/>
            <a:ext cx="7705800" cy="8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&lt;&lt;Ficha tecnica Área de estudio 1&gt;&gt;</a:t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72" name="Google Shape;72;p16"/>
          <p:cNvSpPr txBox="1"/>
          <p:nvPr/>
        </p:nvSpPr>
        <p:spPr>
          <a:xfrm>
            <a:off x="5776850" y="13436050"/>
            <a:ext cx="4342200" cy="8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&lt;&lt;Ficha tecnica Duración 1&gt;&gt;</a:t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/>
        </p:nvSpPr>
        <p:spPr>
          <a:xfrm>
            <a:off x="980000" y="5438975"/>
            <a:ext cx="8233200" cy="18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 b="1">
                <a:solidFill>
                  <a:srgbClr val="FCBE41"/>
                </a:solidFill>
                <a:latin typeface="Archivo"/>
                <a:ea typeface="Archivo"/>
                <a:cs typeface="Archivo"/>
                <a:sym typeface="Archivo"/>
              </a:rPr>
              <a:t>&lt;&lt;Carrera 2&gt;&gt;</a:t>
            </a:r>
            <a:endParaRPr sz="3400" b="1">
              <a:solidFill>
                <a:srgbClr val="FCBE4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00" b="1">
              <a:solidFill>
                <a:srgbClr val="FCBE4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78" name="Google Shape;78;p17"/>
          <p:cNvSpPr txBox="1"/>
          <p:nvPr/>
        </p:nvSpPr>
        <p:spPr>
          <a:xfrm>
            <a:off x="1681975" y="8763000"/>
            <a:ext cx="7280400" cy="18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&lt;&lt;Aspecto 2&gt;&gt;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  <p:sp>
        <p:nvSpPr>
          <p:cNvPr id="79" name="Google Shape;79;p17"/>
          <p:cNvSpPr txBox="1"/>
          <p:nvPr/>
        </p:nvSpPr>
        <p:spPr>
          <a:xfrm>
            <a:off x="1704200" y="12246375"/>
            <a:ext cx="7280400" cy="18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&lt;&lt;Futuro 2&gt;&gt;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/>
        </p:nvSpPr>
        <p:spPr>
          <a:xfrm>
            <a:off x="953950" y="4518275"/>
            <a:ext cx="8154000" cy="6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&lt;&lt;Ficha tecnica Texto descriptivo 2&gt;&gt;</a:t>
            </a:r>
            <a:endParaRPr sz="30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85" name="Google Shape;85;p18"/>
          <p:cNvSpPr txBox="1"/>
          <p:nvPr/>
        </p:nvSpPr>
        <p:spPr>
          <a:xfrm>
            <a:off x="1547525" y="12481750"/>
            <a:ext cx="7705800" cy="8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&lt;&lt;Ficha tecnica Área de estudio 2&gt;&gt;</a:t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86" name="Google Shape;86;p18"/>
          <p:cNvSpPr txBox="1"/>
          <p:nvPr/>
        </p:nvSpPr>
        <p:spPr>
          <a:xfrm>
            <a:off x="5776850" y="13436050"/>
            <a:ext cx="4342200" cy="8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&lt;&lt;Ficha tecnica Duración 2&gt;&gt;</a:t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/>
        </p:nvSpPr>
        <p:spPr>
          <a:xfrm>
            <a:off x="980000" y="5438975"/>
            <a:ext cx="8233200" cy="18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 b="1">
                <a:solidFill>
                  <a:srgbClr val="FCBE41"/>
                </a:solidFill>
                <a:latin typeface="Archivo"/>
                <a:ea typeface="Archivo"/>
                <a:cs typeface="Archivo"/>
                <a:sym typeface="Archivo"/>
              </a:rPr>
              <a:t>&lt;&lt;Carrera 3&gt;&gt;</a:t>
            </a:r>
            <a:endParaRPr sz="3400" b="1">
              <a:solidFill>
                <a:srgbClr val="FCBE4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00" b="1">
              <a:solidFill>
                <a:srgbClr val="FCBE4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92" name="Google Shape;92;p19"/>
          <p:cNvSpPr txBox="1"/>
          <p:nvPr/>
        </p:nvSpPr>
        <p:spPr>
          <a:xfrm>
            <a:off x="1681975" y="8839200"/>
            <a:ext cx="7280400" cy="18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&lt;&lt;Aspecto 3&gt;&gt;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  <p:sp>
        <p:nvSpPr>
          <p:cNvPr id="93" name="Google Shape;93;p19"/>
          <p:cNvSpPr txBox="1"/>
          <p:nvPr/>
        </p:nvSpPr>
        <p:spPr>
          <a:xfrm>
            <a:off x="1704200" y="12322575"/>
            <a:ext cx="7280400" cy="18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&lt;&lt;Futuro 3&gt;&gt;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/>
          <p:nvPr/>
        </p:nvSpPr>
        <p:spPr>
          <a:xfrm>
            <a:off x="953950" y="4518275"/>
            <a:ext cx="8154000" cy="6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&lt;&lt;Ficha tecnica Texto descriptivo 3&gt;&gt;</a:t>
            </a:r>
            <a:endParaRPr sz="30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99" name="Google Shape;99;p20"/>
          <p:cNvSpPr txBox="1"/>
          <p:nvPr/>
        </p:nvSpPr>
        <p:spPr>
          <a:xfrm>
            <a:off x="1547525" y="12481750"/>
            <a:ext cx="7705800" cy="8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&lt;&lt;Ficha tecnica Área de estudio 3&gt;&gt;</a:t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100" name="Google Shape;100;p20"/>
          <p:cNvSpPr txBox="1"/>
          <p:nvPr/>
        </p:nvSpPr>
        <p:spPr>
          <a:xfrm>
            <a:off x="5776850" y="13436050"/>
            <a:ext cx="4342200" cy="8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&lt;&lt;Ficha tecnica Duración 3&gt;&gt;</a:t>
            </a: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/>
          <p:nvPr/>
        </p:nvSpPr>
        <p:spPr>
          <a:xfrm>
            <a:off x="1686500" y="2498250"/>
            <a:ext cx="7589100" cy="16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&lt;&lt;¿Cuál fue la carrera que elegiste para esta actividad?&gt;&gt;</a:t>
            </a:r>
            <a:endParaRPr sz="2800" dirty="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 dirty="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  <p:sp>
        <p:nvSpPr>
          <p:cNvPr id="110" name="Google Shape;110;p22"/>
          <p:cNvSpPr txBox="1"/>
          <p:nvPr/>
        </p:nvSpPr>
        <p:spPr>
          <a:xfrm>
            <a:off x="1686500" y="5038250"/>
            <a:ext cx="7589100" cy="16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&lt;&lt;¿Qué pregunta decidiste abordar?&gt;&gt;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  <p:sp>
        <p:nvSpPr>
          <p:cNvPr id="111" name="Google Shape;111;p22"/>
          <p:cNvSpPr txBox="1"/>
          <p:nvPr/>
        </p:nvSpPr>
        <p:spPr>
          <a:xfrm>
            <a:off x="1595775" y="8343300"/>
            <a:ext cx="7589100" cy="16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&lt;&lt;¿Qué crees que te permitió aprender?&gt;&gt;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  <p:sp>
        <p:nvSpPr>
          <p:cNvPr id="112" name="Google Shape;112;p22"/>
          <p:cNvSpPr txBox="1"/>
          <p:nvPr/>
        </p:nvSpPr>
        <p:spPr>
          <a:xfrm>
            <a:off x="1595775" y="13332575"/>
            <a:ext cx="7589100" cy="3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CBE41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&lt;&lt;¿Harías alguna modificación a tu prototipo luego de testearlo con tu compañero/a? En caso de que sí, ¿cuáles? y en caso de que no ¿por qué?&gt;&gt;</a:t>
            </a: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rgbClr val="FCBE41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</Words>
  <Application>Microsoft Office PowerPoint</Application>
  <PresentationFormat>Custom</PresentationFormat>
  <Paragraphs>23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Archivo Medium</vt:lpstr>
      <vt:lpstr>Archivo SemiBold</vt:lpstr>
      <vt:lpstr>Arial</vt:lpstr>
      <vt:lpstr>Archivo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1</cp:revision>
  <dcterms:modified xsi:type="dcterms:W3CDTF">2026-09-24T18:58:52Z</dcterms:modified>
</cp:coreProperties>
</file>