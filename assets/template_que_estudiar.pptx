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18288000" cx="10287000"/>
  <p:notesSz cx="6858000" cy="9144000"/>
  <p:embeddedFontLst>
    <p:embeddedFont>
      <p:font typeface="Archivo Medium"/>
      <p:regular r:id="rId17"/>
      <p:bold r:id="rId18"/>
      <p:italic r:id="rId19"/>
      <p:boldItalic r:id="rId20"/>
    </p:embeddedFont>
    <p:embeddedFont>
      <p:font typeface="Archivo"/>
      <p:regular r:id="rId21"/>
      <p:bold r:id="rId22"/>
      <p:italic r:id="rId23"/>
      <p:boldItalic r:id="rId24"/>
    </p:embeddedFont>
    <p:embeddedFont>
      <p:font typeface="Archivo SemiBold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 orient="horz"/>
        <p:guide pos="32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ArchivoMedium-boldItalic.fntdata"/><Relationship Id="rId22" Type="http://schemas.openxmlformats.org/officeDocument/2006/relationships/font" Target="fonts/Archivo-bold.fntdata"/><Relationship Id="rId21" Type="http://schemas.openxmlformats.org/officeDocument/2006/relationships/font" Target="fonts/Archivo-regular.fntdata"/><Relationship Id="rId24" Type="http://schemas.openxmlformats.org/officeDocument/2006/relationships/font" Target="fonts/Archivo-boldItalic.fntdata"/><Relationship Id="rId23" Type="http://schemas.openxmlformats.org/officeDocument/2006/relationships/font" Target="fonts/Archiv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ArchivoSemiBold-bold.fntdata"/><Relationship Id="rId25" Type="http://schemas.openxmlformats.org/officeDocument/2006/relationships/font" Target="fonts/ArchivoSemiBold-regular.fntdata"/><Relationship Id="rId28" Type="http://schemas.openxmlformats.org/officeDocument/2006/relationships/font" Target="fonts/ArchivoSemiBold-boldItalic.fntdata"/><Relationship Id="rId27" Type="http://schemas.openxmlformats.org/officeDocument/2006/relationships/font" Target="fonts/Archivo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ArchivoMedium-regular.fntdata"/><Relationship Id="rId16" Type="http://schemas.openxmlformats.org/officeDocument/2006/relationships/slide" Target="slides/slide11.xml"/><Relationship Id="rId19" Type="http://schemas.openxmlformats.org/officeDocument/2006/relationships/font" Target="fonts/ArchivoMedium-italic.fntdata"/><Relationship Id="rId18" Type="http://schemas.openxmlformats.org/officeDocument/2006/relationships/font" Target="fonts/ArchivoMedium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d78cae0a27_0_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2d78cae0a2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78cae0a27_0_3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78cae0a2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d78cae0a27_0_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2d78cae0a2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d78cae0a27_0_9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d78cae0a2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d78cae0a27_0_12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2d78cae0a2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2d78cae0a27_0_15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2d78cae0a27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d78cae0a27_0_18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2d78cae0a27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d78cae0a27_0_21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d78cae0a2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d78cae0a27_0_24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2d78cae0a27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d78cae0a27_0_27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2d78cae0a27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1pPr>
            <a:lvl2pPr lvl="1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2pPr>
            <a:lvl3pPr lvl="2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3pPr>
            <a:lvl4pPr lvl="3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4pPr>
            <a:lvl5pPr lvl="4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5pPr>
            <a:lvl6pPr lvl="5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6pPr>
            <a:lvl7pPr lvl="6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7pPr>
            <a:lvl8pPr lvl="7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8pPr>
            <a:lvl9pPr lvl="8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2pPr>
            <a:lvl3pPr lvl="2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3pPr>
            <a:lvl4pPr lvl="3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4pPr>
            <a:lvl5pPr lvl="4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5pPr>
            <a:lvl6pPr lvl="5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6pPr>
            <a:lvl7pPr lvl="6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7pPr>
            <a:lvl8pPr lvl="7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8pPr>
            <a:lvl9pPr lvl="8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50850" lvl="0" marL="457200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indent="-400050" lvl="1" marL="9144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indent="-400050" lvl="2" marL="13716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indent="-400050" lvl="3" marL="182880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indent="-400050" lvl="4" marL="22860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indent="-400050" lvl="5" marL="27432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indent="-400050" lvl="6" marL="320040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indent="-400050" lvl="7" marL="36576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indent="-400050" lvl="8" marL="41148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00050" lvl="0" marL="457200">
              <a:spcBef>
                <a:spcPts val="0"/>
              </a:spcBef>
              <a:spcAft>
                <a:spcPts val="0"/>
              </a:spcAft>
              <a:buSzPts val="2700"/>
              <a:buChar char="●"/>
              <a:defRPr sz="2700"/>
            </a:lvl1pPr>
            <a:lvl2pPr indent="-374650" lvl="1" marL="9144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indent="-374650" lvl="2" marL="13716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indent="-374650" lvl="3" marL="18288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indent="-374650" lvl="4" marL="22860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indent="-374650" lvl="5" marL="27432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indent="-374650" lvl="6" marL="32004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indent="-374650" lvl="7" marL="36576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indent="-374650" lvl="8" marL="41148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00050" lvl="0" marL="457200">
              <a:spcBef>
                <a:spcPts val="0"/>
              </a:spcBef>
              <a:spcAft>
                <a:spcPts val="0"/>
              </a:spcAft>
              <a:buSzPts val="2700"/>
              <a:buChar char="●"/>
              <a:defRPr sz="2700"/>
            </a:lvl1pPr>
            <a:lvl2pPr indent="-374650" lvl="1" marL="9144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indent="-374650" lvl="2" marL="13716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indent="-374650" lvl="3" marL="18288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indent="-374650" lvl="4" marL="22860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indent="-374650" lvl="5" marL="27432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indent="-374650" lvl="6" marL="32004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indent="-374650" lvl="7" marL="36576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indent="-374650" lvl="8" marL="41148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374650" lvl="0" marL="4572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1pPr>
            <a:lvl2pPr indent="-374650" lvl="1" marL="9144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indent="-374650" lvl="2" marL="13716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indent="-374650" lvl="3" marL="18288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indent="-374650" lvl="4" marL="22860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indent="-374650" lvl="5" marL="27432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indent="-374650" lvl="6" marL="32004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indent="-374650" lvl="7" marL="36576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indent="-374650" lvl="8" marL="41148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1pPr>
            <a:lvl2pPr lvl="1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2pPr>
            <a:lvl3pPr lvl="2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3pPr>
            <a:lvl4pPr lvl="3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4pPr>
            <a:lvl5pPr lvl="4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5pPr>
            <a:lvl6pPr lvl="5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6pPr>
            <a:lvl7pPr lvl="6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7pPr>
            <a:lvl8pPr lvl="7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8pPr>
            <a:lvl9pPr lvl="8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76925" lIns="176925" spcFirstLastPara="1" rIns="176925" wrap="square" tIns="176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1pPr>
            <a:lvl2pPr lvl="1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2pPr>
            <a:lvl3pPr lvl="2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3pPr>
            <a:lvl4pPr lvl="3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4pPr>
            <a:lvl5pPr lvl="4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5pPr>
            <a:lvl6pPr lvl="5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6pPr>
            <a:lvl7pPr lvl="6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7pPr>
            <a:lvl8pPr lvl="7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8pPr>
            <a:lvl9pPr lvl="8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-450850" lvl="0" marL="457200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indent="-400050" lvl="1" marL="9144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indent="-400050" lvl="2" marL="13716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indent="-400050" lvl="3" marL="182880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indent="-400050" lvl="4" marL="22860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indent="-400050" lvl="5" marL="27432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indent="-400050" lvl="6" marL="320040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indent="-400050" lvl="7" marL="36576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indent="-400050" lvl="8" marL="41148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50850" lvl="0" marL="457200" algn="ctr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indent="-400050" lvl="1" marL="91440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indent="-400050" lvl="2" marL="137160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indent="-400050" lvl="3" marL="1828800" algn="ctr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indent="-400050" lvl="4" marL="228600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indent="-400050" lvl="5" marL="274320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indent="-400050" lvl="6" marL="3200400" algn="ctr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indent="-400050" lvl="7" marL="365760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indent="-400050" lvl="8" marL="411480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508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Char char="●"/>
              <a:defRPr sz="3500">
                <a:solidFill>
                  <a:schemeClr val="dk2"/>
                </a:solidFill>
              </a:defRPr>
            </a:lvl1pPr>
            <a:lvl2pPr indent="-4000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2pPr>
            <a:lvl3pPr indent="-4000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3pPr>
            <a:lvl4pPr indent="-4000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●"/>
              <a:defRPr sz="2700">
                <a:solidFill>
                  <a:schemeClr val="dk2"/>
                </a:solidFill>
              </a:defRPr>
            </a:lvl4pPr>
            <a:lvl5pPr indent="-4000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5pPr>
            <a:lvl6pPr indent="-4000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6pPr>
            <a:lvl7pPr indent="-4000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●"/>
              <a:defRPr sz="2700">
                <a:solidFill>
                  <a:schemeClr val="dk2"/>
                </a:solidFill>
              </a:defRPr>
            </a:lvl7pPr>
            <a:lvl8pPr indent="-4000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8pPr>
            <a:lvl9pPr indent="-4000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 algn="r">
              <a:buNone/>
              <a:defRPr sz="1900">
                <a:solidFill>
                  <a:schemeClr val="dk2"/>
                </a:solidFill>
              </a:defRPr>
            </a:lvl1pPr>
            <a:lvl2pPr lvl="1" algn="r">
              <a:buNone/>
              <a:defRPr sz="1900">
                <a:solidFill>
                  <a:schemeClr val="dk2"/>
                </a:solidFill>
              </a:defRPr>
            </a:lvl2pPr>
            <a:lvl3pPr lvl="2" algn="r">
              <a:buNone/>
              <a:defRPr sz="1900">
                <a:solidFill>
                  <a:schemeClr val="dk2"/>
                </a:solidFill>
              </a:defRPr>
            </a:lvl3pPr>
            <a:lvl4pPr lvl="3" algn="r">
              <a:buNone/>
              <a:defRPr sz="1900">
                <a:solidFill>
                  <a:schemeClr val="dk2"/>
                </a:solidFill>
              </a:defRPr>
            </a:lvl4pPr>
            <a:lvl5pPr lvl="4" algn="r">
              <a:buNone/>
              <a:defRPr sz="1900">
                <a:solidFill>
                  <a:schemeClr val="dk2"/>
                </a:solidFill>
              </a:defRPr>
            </a:lvl5pPr>
            <a:lvl6pPr lvl="5" algn="r">
              <a:buNone/>
              <a:defRPr sz="1900">
                <a:solidFill>
                  <a:schemeClr val="dk2"/>
                </a:solidFill>
              </a:defRPr>
            </a:lvl6pPr>
            <a:lvl7pPr lvl="6" algn="r">
              <a:buNone/>
              <a:defRPr sz="1900">
                <a:solidFill>
                  <a:schemeClr val="dk2"/>
                </a:solidFill>
              </a:defRPr>
            </a:lvl7pPr>
            <a:lvl8pPr lvl="7" algn="r">
              <a:buNone/>
              <a:defRPr sz="1900">
                <a:solidFill>
                  <a:schemeClr val="dk2"/>
                </a:solidFill>
              </a:defRPr>
            </a:lvl8pPr>
            <a:lvl9pPr lvl="8" algn="r">
              <a:buNone/>
              <a:defRPr sz="19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043225" y="3192425"/>
            <a:ext cx="7938300" cy="18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FFFFF"/>
                </a:solidFill>
                <a:latin typeface="Archivo"/>
                <a:ea typeface="Archivo"/>
                <a:cs typeface="Archivo"/>
                <a:sym typeface="Archivo"/>
              </a:rPr>
              <a:t>&lt;&lt;NOMBRE COMPLETO&gt;&gt;</a:t>
            </a:r>
            <a:endParaRPr b="1" sz="3600">
              <a:solidFill>
                <a:srgbClr val="FFFFFF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980000" y="5438975"/>
            <a:ext cx="8233200" cy="18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0">
                <a:solidFill>
                  <a:srgbClr val="FCBE41"/>
                </a:solidFill>
                <a:latin typeface="Archivo"/>
                <a:ea typeface="Archivo"/>
                <a:cs typeface="Archivo"/>
                <a:sym typeface="Archivo"/>
              </a:rPr>
              <a:t>&lt;&lt;</a:t>
            </a:r>
            <a:r>
              <a:rPr b="1" lang="en" sz="3400">
                <a:solidFill>
                  <a:srgbClr val="FCBE41"/>
                </a:solidFill>
                <a:latin typeface="Archivo"/>
                <a:ea typeface="Archivo"/>
                <a:cs typeface="Archivo"/>
                <a:sym typeface="Archivo"/>
              </a:rPr>
              <a:t>Carrera 1</a:t>
            </a:r>
            <a:r>
              <a:rPr b="1" lang="en" sz="3400">
                <a:solidFill>
                  <a:srgbClr val="FCBE41"/>
                </a:solidFill>
                <a:latin typeface="Archivo"/>
                <a:ea typeface="Archivo"/>
                <a:cs typeface="Archivo"/>
                <a:sym typeface="Archivo"/>
              </a:rPr>
              <a:t>&gt;&gt;</a:t>
            </a:r>
            <a:endParaRPr b="1" sz="3400">
              <a:solidFill>
                <a:srgbClr val="FCBE4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400">
              <a:solidFill>
                <a:srgbClr val="FCBE4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1681975" y="9220200"/>
            <a:ext cx="7280400" cy="18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Aspecto 1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704200" y="12703575"/>
            <a:ext cx="7280400" cy="18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&lt;&lt;Futuro 1&gt;&gt;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/>
          <p:nvPr/>
        </p:nvSpPr>
        <p:spPr>
          <a:xfrm>
            <a:off x="953950" y="4518275"/>
            <a:ext cx="8154000" cy="6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&lt;&lt;Ficha tecnica Texto descriptivo 1&gt;&gt;</a:t>
            </a:r>
            <a:endParaRPr sz="30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71" name="Google Shape;71;p16"/>
          <p:cNvSpPr txBox="1"/>
          <p:nvPr/>
        </p:nvSpPr>
        <p:spPr>
          <a:xfrm>
            <a:off x="1547525" y="12481750"/>
            <a:ext cx="7705800" cy="8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</a:t>
            </a: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Ficha tecnica Área de estudio 1</a:t>
            </a: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&gt;&gt;</a:t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72" name="Google Shape;72;p16"/>
          <p:cNvSpPr txBox="1"/>
          <p:nvPr/>
        </p:nvSpPr>
        <p:spPr>
          <a:xfrm>
            <a:off x="5776850" y="13436050"/>
            <a:ext cx="4342200" cy="8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&lt;&lt;Ficha tecnica Duración 1&gt;&gt;</a:t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/>
        </p:nvSpPr>
        <p:spPr>
          <a:xfrm>
            <a:off x="980000" y="5438975"/>
            <a:ext cx="8233200" cy="18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0">
                <a:solidFill>
                  <a:srgbClr val="FCBE41"/>
                </a:solidFill>
                <a:latin typeface="Archivo"/>
                <a:ea typeface="Archivo"/>
                <a:cs typeface="Archivo"/>
                <a:sym typeface="Archivo"/>
              </a:rPr>
              <a:t>&lt;&lt;</a:t>
            </a:r>
            <a:r>
              <a:rPr b="1" lang="en" sz="3400">
                <a:solidFill>
                  <a:srgbClr val="FCBE41"/>
                </a:solidFill>
                <a:latin typeface="Archivo"/>
                <a:ea typeface="Archivo"/>
                <a:cs typeface="Archivo"/>
                <a:sym typeface="Archivo"/>
              </a:rPr>
              <a:t>Carrera 2&gt;&gt;</a:t>
            </a:r>
            <a:endParaRPr b="1" sz="3400">
              <a:solidFill>
                <a:srgbClr val="FCBE4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400">
              <a:solidFill>
                <a:srgbClr val="FCBE4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78" name="Google Shape;78;p17"/>
          <p:cNvSpPr txBox="1"/>
          <p:nvPr/>
        </p:nvSpPr>
        <p:spPr>
          <a:xfrm>
            <a:off x="1681975" y="8763000"/>
            <a:ext cx="7280400" cy="18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Aspecto 2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  <p:sp>
        <p:nvSpPr>
          <p:cNvPr id="79" name="Google Shape;79;p17"/>
          <p:cNvSpPr txBox="1"/>
          <p:nvPr/>
        </p:nvSpPr>
        <p:spPr>
          <a:xfrm>
            <a:off x="1704200" y="12246375"/>
            <a:ext cx="7280400" cy="18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Futuro 2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/>
        </p:nvSpPr>
        <p:spPr>
          <a:xfrm>
            <a:off x="953950" y="4518275"/>
            <a:ext cx="8154000" cy="6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</a:t>
            </a:r>
            <a:r>
              <a:rPr lang="en" sz="30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Ficha tecnica Texto descriptivo 2</a:t>
            </a:r>
            <a:r>
              <a:rPr lang="en" sz="30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&gt;&gt;</a:t>
            </a:r>
            <a:endParaRPr sz="30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85" name="Google Shape;85;p18"/>
          <p:cNvSpPr txBox="1"/>
          <p:nvPr/>
        </p:nvSpPr>
        <p:spPr>
          <a:xfrm>
            <a:off x="1547525" y="12481750"/>
            <a:ext cx="7705800" cy="8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</a:t>
            </a: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Ficha tecnica Área de estudio 2</a:t>
            </a: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&gt;&gt;</a:t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86" name="Google Shape;86;p18"/>
          <p:cNvSpPr txBox="1"/>
          <p:nvPr/>
        </p:nvSpPr>
        <p:spPr>
          <a:xfrm>
            <a:off x="5776850" y="13436050"/>
            <a:ext cx="4342200" cy="8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</a:t>
            </a: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Ficha tecnica Duración 2</a:t>
            </a: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&gt;&gt;</a:t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/>
        </p:nvSpPr>
        <p:spPr>
          <a:xfrm>
            <a:off x="980000" y="5438975"/>
            <a:ext cx="8233200" cy="18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0">
                <a:solidFill>
                  <a:srgbClr val="FCBE41"/>
                </a:solidFill>
                <a:latin typeface="Archivo"/>
                <a:ea typeface="Archivo"/>
                <a:cs typeface="Archivo"/>
                <a:sym typeface="Archivo"/>
              </a:rPr>
              <a:t>&lt;&lt;</a:t>
            </a:r>
            <a:r>
              <a:rPr b="1" lang="en" sz="3400">
                <a:solidFill>
                  <a:srgbClr val="FCBE41"/>
                </a:solidFill>
                <a:latin typeface="Archivo"/>
                <a:ea typeface="Archivo"/>
                <a:cs typeface="Archivo"/>
                <a:sym typeface="Archivo"/>
              </a:rPr>
              <a:t>Carrera 3</a:t>
            </a:r>
            <a:r>
              <a:rPr b="1" lang="en" sz="3400">
                <a:solidFill>
                  <a:srgbClr val="FCBE41"/>
                </a:solidFill>
                <a:latin typeface="Archivo"/>
                <a:ea typeface="Archivo"/>
                <a:cs typeface="Archivo"/>
                <a:sym typeface="Archivo"/>
              </a:rPr>
              <a:t>&gt;&gt;</a:t>
            </a:r>
            <a:endParaRPr b="1" sz="3400">
              <a:solidFill>
                <a:srgbClr val="FCBE4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400">
              <a:solidFill>
                <a:srgbClr val="FCBE4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92" name="Google Shape;92;p19"/>
          <p:cNvSpPr txBox="1"/>
          <p:nvPr/>
        </p:nvSpPr>
        <p:spPr>
          <a:xfrm>
            <a:off x="1681975" y="8839200"/>
            <a:ext cx="7280400" cy="18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Aspecto 3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  <p:sp>
        <p:nvSpPr>
          <p:cNvPr id="93" name="Google Shape;93;p19"/>
          <p:cNvSpPr txBox="1"/>
          <p:nvPr/>
        </p:nvSpPr>
        <p:spPr>
          <a:xfrm>
            <a:off x="1704200" y="12322575"/>
            <a:ext cx="7280400" cy="18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Futuro 3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/>
          <p:nvPr/>
        </p:nvSpPr>
        <p:spPr>
          <a:xfrm>
            <a:off x="953950" y="4518275"/>
            <a:ext cx="8154000" cy="6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</a:t>
            </a:r>
            <a:r>
              <a:rPr lang="en" sz="30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Ficha tecnica Texto descriptivo 3</a:t>
            </a:r>
            <a:r>
              <a:rPr lang="en" sz="30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&gt;&gt;</a:t>
            </a:r>
            <a:endParaRPr sz="30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99" name="Google Shape;99;p20"/>
          <p:cNvSpPr txBox="1"/>
          <p:nvPr/>
        </p:nvSpPr>
        <p:spPr>
          <a:xfrm>
            <a:off x="1547525" y="12481750"/>
            <a:ext cx="7705800" cy="8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</a:t>
            </a: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Ficha tecnica Área de estudio 3</a:t>
            </a: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&gt;&gt;</a:t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100" name="Google Shape;100;p20"/>
          <p:cNvSpPr txBox="1"/>
          <p:nvPr/>
        </p:nvSpPr>
        <p:spPr>
          <a:xfrm>
            <a:off x="5776850" y="13436050"/>
            <a:ext cx="4342200" cy="8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</a:t>
            </a: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Ficha tecnica Duración 3</a:t>
            </a: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&gt;&gt;</a:t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/>
          <p:nvPr/>
        </p:nvSpPr>
        <p:spPr>
          <a:xfrm>
            <a:off x="1686500" y="2498250"/>
            <a:ext cx="7589100" cy="16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&lt;C¿Cuál fue la carrera que elegiste para esta actividad?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  <p:sp>
        <p:nvSpPr>
          <p:cNvPr id="110" name="Google Shape;110;p22"/>
          <p:cNvSpPr txBox="1"/>
          <p:nvPr/>
        </p:nvSpPr>
        <p:spPr>
          <a:xfrm>
            <a:off x="1686500" y="5038250"/>
            <a:ext cx="7589100" cy="16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¿Qué pregunta decidiste abordar?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  <p:sp>
        <p:nvSpPr>
          <p:cNvPr id="111" name="Google Shape;111;p22"/>
          <p:cNvSpPr txBox="1"/>
          <p:nvPr/>
        </p:nvSpPr>
        <p:spPr>
          <a:xfrm>
            <a:off x="1595775" y="8343300"/>
            <a:ext cx="7589100" cy="16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¿Qué crees que te permitió aprender?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  <p:sp>
        <p:nvSpPr>
          <p:cNvPr id="112" name="Google Shape;112;p22"/>
          <p:cNvSpPr txBox="1"/>
          <p:nvPr/>
        </p:nvSpPr>
        <p:spPr>
          <a:xfrm>
            <a:off x="1595775" y="13332575"/>
            <a:ext cx="7589100" cy="357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¿Harías alguna modificación a tu prototipo luego de testearlo con tu compañero/a? En caso de que sí, ¿cuáles? y en caso de que no ¿por qué?</a:t>
            </a: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