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y="18288000" cx="10287000"/>
  <p:notesSz cx="6858000" cy="9144000"/>
  <p:embeddedFontLst>
    <p:embeddedFont>
      <p:font typeface="Public Sans"/>
      <p:regular r:id="rId37"/>
      <p:bold r:id="rId38"/>
      <p:italic r:id="rId39"/>
      <p:boldItalic r:id="rId4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609">
          <p15:clr>
            <a:srgbClr val="747775"/>
          </p15:clr>
        </p15:guide>
        <p15:guide id="2" pos="5904">
          <p15:clr>
            <a:srgbClr val="747775"/>
          </p15:clr>
        </p15:guide>
        <p15:guide id="3" orient="horz" pos="252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609"/>
        <p:guide pos="5904"/>
        <p:guide pos="2520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PublicSans-boldItalic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font" Target="fonts/PublicSans-regular.fntdata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font" Target="fonts/PublicSans-italic.fntdata"/><Relationship Id="rId16" Type="http://schemas.openxmlformats.org/officeDocument/2006/relationships/slide" Target="slides/slide11.xml"/><Relationship Id="rId38" Type="http://schemas.openxmlformats.org/officeDocument/2006/relationships/font" Target="fonts/PublicSans-bold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6500989760_0_0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650098976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6500989760_0_13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6500989760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6500989760_0_16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6500989760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6500989760_0_19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650098976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6500989760_0_28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6500989760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6500989760_0_31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650098976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6500989760_0_122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6500989760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6500989760_0_176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6500989760_0_1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6500989760_0_226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6500989760_0_2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6500989760_0_43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6500989760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6500989760_0_46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6500989760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6500989760_0_300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6500989760_0_3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6500989760_0_309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6500989760_0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ac5191999_0_118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37ac5191999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7ac5191999_0_109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7ac5191999_0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6500989760_0_52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650098976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6500989760_0_381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6500989760_0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6500989760_0_387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6500989760_0_3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6500989760_0_61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6500989760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6500989760_0_64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6500989760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6500989760_0_67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6500989760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6500989760_0_70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6500989760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6500989760_0_73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6500989760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6500989760_0_58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6500989760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500989760_0_76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500989760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7fce725a08_0_0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7fce725a0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7fce725a08_0_7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7fce725a08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7fce725a08_0_14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7fce725a08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7fce725a08_0_21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7fce725a08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6500989760_0_79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6500989760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49791" lvl="0" marL="457200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indent="-400638" lvl="1" marL="9144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indent="-400638" lvl="2" marL="13716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indent="-400638" lvl="3" marL="18288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indent="-400637" lvl="4" marL="22860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indent="-400637" lvl="5" marL="27432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indent="-400637" lvl="6" marL="32004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indent="-400637" lvl="7" marL="36576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indent="-400637" lvl="8" marL="41148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00638" lvl="0" marL="4572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indent="-376060" lvl="1" marL="9144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indent="-376060" lvl="2" marL="13716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indent="-376060" lvl="3" marL="18288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indent="-376060" lvl="4" marL="22860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indent="-376060" lvl="5" marL="27432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indent="-376060" lvl="6" marL="32004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indent="-376061" lvl="7" marL="36576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indent="-376061" lvl="8" marL="41148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00638" lvl="0" marL="4572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indent="-376060" lvl="1" marL="9144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indent="-376060" lvl="2" marL="13716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indent="-376060" lvl="3" marL="18288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indent="-376060" lvl="4" marL="22860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indent="-376060" lvl="5" marL="27432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indent="-376060" lvl="6" marL="32004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indent="-376061" lvl="7" marL="36576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indent="-376061" lvl="8" marL="41148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376060" lvl="0" marL="4572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indent="-376060" lvl="1" marL="9144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indent="-376060" lvl="2" marL="13716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indent="-376060" lvl="3" marL="18288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indent="-376060" lvl="4" marL="22860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indent="-376060" lvl="5" marL="27432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indent="-376060" lvl="6" marL="32004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indent="-376061" lvl="7" marL="36576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indent="-376061" lvl="8" marL="41148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76925" lIns="176925" spcFirstLastPara="1" rIns="176925" wrap="square" tIns="176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-449791" lvl="0" marL="457200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indent="-400638" lvl="1" marL="9144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indent="-400638" lvl="2" marL="13716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indent="-400638" lvl="3" marL="18288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indent="-400637" lvl="4" marL="22860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indent="-400637" lvl="5" marL="27432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indent="-400637" lvl="6" marL="32004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indent="-400637" lvl="7" marL="36576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indent="-400637" lvl="8" marL="41148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49791" lvl="0" marL="457200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indent="-400638" lvl="1" marL="914400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indent="-400638" lvl="2" marL="1371600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indent="-400638" lvl="3" marL="1828800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indent="-400637" lvl="4" marL="2286000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indent="-400637" lvl="5" marL="2743200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indent="-400637" lvl="6" marL="3200400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indent="-400637" lvl="7" marL="3657600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indent="-400637" lvl="8" marL="4114800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49791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indent="-400638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indent="-400638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indent="-400638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indent="-400637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indent="-400637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indent="-400637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indent="-400637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indent="-400637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5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95400" y="14957900"/>
            <a:ext cx="7386300" cy="18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&lt;&lt;Nombre y Apellido&gt;&gt;</a:t>
            </a:r>
            <a:endParaRPr b="1" sz="3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/>
        </p:nvSpPr>
        <p:spPr>
          <a:xfrm>
            <a:off x="820675" y="13176890"/>
            <a:ext cx="8552100" cy="196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interes 01&gt;&gt;</a:t>
            </a:r>
            <a:endParaRPr sz="20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68" name="Google Shape;68;p16"/>
          <p:cNvSpPr txBox="1"/>
          <p:nvPr/>
        </p:nvSpPr>
        <p:spPr>
          <a:xfrm>
            <a:off x="820675" y="15757000"/>
            <a:ext cx="8552100" cy="21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interes 02&gt;&gt;</a:t>
            </a:r>
            <a:endParaRPr sz="20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69" name="Google Shape;69;p16"/>
          <p:cNvSpPr txBox="1"/>
          <p:nvPr/>
        </p:nvSpPr>
        <p:spPr>
          <a:xfrm>
            <a:off x="2489700" y="11726400"/>
            <a:ext cx="70272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¿Qué nos ha contado &lt;&lt;Nombre y Apellido&gt;&gt;?</a:t>
            </a:r>
            <a:endParaRPr b="1" sz="3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7"/>
          <p:cNvSpPr txBox="1"/>
          <p:nvPr/>
        </p:nvSpPr>
        <p:spPr>
          <a:xfrm>
            <a:off x="1537375" y="70399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02&gt;&gt;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5" name="Google Shape;75;p17"/>
          <p:cNvSpPr txBox="1"/>
          <p:nvPr/>
        </p:nvSpPr>
        <p:spPr>
          <a:xfrm>
            <a:off x="7664525" y="652125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&lt;&lt;%AE 02&gt;&gt;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6" name="Google Shape;76;p17"/>
          <p:cNvSpPr txBox="1"/>
          <p:nvPr/>
        </p:nvSpPr>
        <p:spPr>
          <a:xfrm>
            <a:off x="1537375" y="65212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02&gt;&gt;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7" name="Google Shape;77;p17"/>
          <p:cNvSpPr txBox="1"/>
          <p:nvPr/>
        </p:nvSpPr>
        <p:spPr>
          <a:xfrm>
            <a:off x="1537375" y="82153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03&gt;&gt;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8" name="Google Shape;78;p17"/>
          <p:cNvSpPr txBox="1"/>
          <p:nvPr/>
        </p:nvSpPr>
        <p:spPr>
          <a:xfrm>
            <a:off x="7664525" y="769670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&lt;&lt;%AE 03&gt;&gt;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9" name="Google Shape;79;p17"/>
          <p:cNvSpPr txBox="1"/>
          <p:nvPr/>
        </p:nvSpPr>
        <p:spPr>
          <a:xfrm>
            <a:off x="1537375" y="76967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03&gt;&gt;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0" name="Google Shape;80;p17"/>
          <p:cNvSpPr txBox="1"/>
          <p:nvPr/>
        </p:nvSpPr>
        <p:spPr>
          <a:xfrm>
            <a:off x="1537375" y="93908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04&gt;&gt;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7664525" y="887215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&lt;&lt;%AE 04&gt;&gt;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2" name="Google Shape;82;p17"/>
          <p:cNvSpPr txBox="1"/>
          <p:nvPr/>
        </p:nvSpPr>
        <p:spPr>
          <a:xfrm>
            <a:off x="1537375" y="88721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04&gt;&gt;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3" name="Google Shape;83;p17"/>
          <p:cNvSpPr txBox="1"/>
          <p:nvPr/>
        </p:nvSpPr>
        <p:spPr>
          <a:xfrm>
            <a:off x="1537375" y="105662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05&gt;&gt;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4" name="Google Shape;84;p17"/>
          <p:cNvSpPr txBox="1"/>
          <p:nvPr/>
        </p:nvSpPr>
        <p:spPr>
          <a:xfrm>
            <a:off x="7664525" y="1004760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&lt;&lt;%AE 05&gt;&gt;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1537375" y="100476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05&gt;&gt;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6" name="Google Shape;86;p17"/>
          <p:cNvSpPr txBox="1"/>
          <p:nvPr/>
        </p:nvSpPr>
        <p:spPr>
          <a:xfrm>
            <a:off x="1537375" y="117417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06&gt;&gt;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7" name="Google Shape;87;p17"/>
          <p:cNvSpPr txBox="1"/>
          <p:nvPr/>
        </p:nvSpPr>
        <p:spPr>
          <a:xfrm>
            <a:off x="7664525" y="1122305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&lt;&lt;%AE 06&gt;&gt;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1537375" y="112230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06&gt;&gt;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9" name="Google Shape;89;p17"/>
          <p:cNvSpPr txBox="1"/>
          <p:nvPr/>
        </p:nvSpPr>
        <p:spPr>
          <a:xfrm>
            <a:off x="1537375" y="129171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07&gt;&gt;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0" name="Google Shape;90;p17"/>
          <p:cNvSpPr txBox="1"/>
          <p:nvPr/>
        </p:nvSpPr>
        <p:spPr>
          <a:xfrm>
            <a:off x="7664525" y="1239850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&lt;&lt;%AE 07&gt;&gt;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1" name="Google Shape;91;p17"/>
          <p:cNvSpPr txBox="1"/>
          <p:nvPr/>
        </p:nvSpPr>
        <p:spPr>
          <a:xfrm>
            <a:off x="1537375" y="123985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07&gt;&gt;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2" name="Google Shape;92;p17"/>
          <p:cNvSpPr txBox="1"/>
          <p:nvPr/>
        </p:nvSpPr>
        <p:spPr>
          <a:xfrm>
            <a:off x="1537375" y="140926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08&gt;&gt;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3" name="Google Shape;93;p17"/>
          <p:cNvSpPr txBox="1"/>
          <p:nvPr/>
        </p:nvSpPr>
        <p:spPr>
          <a:xfrm>
            <a:off x="7664525" y="1357395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&lt;&lt;%AE 08&gt;&gt;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4" name="Google Shape;94;p17"/>
          <p:cNvSpPr txBox="1"/>
          <p:nvPr/>
        </p:nvSpPr>
        <p:spPr>
          <a:xfrm>
            <a:off x="1537375" y="135739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08&gt;&gt;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7"/>
          <p:cNvSpPr txBox="1"/>
          <p:nvPr/>
        </p:nvSpPr>
        <p:spPr>
          <a:xfrm>
            <a:off x="1537375" y="58644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01&gt;&gt;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6" name="Google Shape;96;p17"/>
          <p:cNvSpPr txBox="1"/>
          <p:nvPr/>
        </p:nvSpPr>
        <p:spPr>
          <a:xfrm>
            <a:off x="7664525" y="534580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&lt;&lt;%AE 01&gt;&gt;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7"/>
          <p:cNvSpPr txBox="1"/>
          <p:nvPr/>
        </p:nvSpPr>
        <p:spPr>
          <a:xfrm>
            <a:off x="1537375" y="53458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01&gt;&gt;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 txBox="1"/>
          <p:nvPr/>
        </p:nvSpPr>
        <p:spPr>
          <a:xfrm>
            <a:off x="966125" y="10057025"/>
            <a:ext cx="8406600" cy="71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Estilo&gt;&gt;</a:t>
            </a:r>
            <a:endParaRPr sz="25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3" name="Google Shape;103;p18"/>
          <p:cNvSpPr txBox="1"/>
          <p:nvPr/>
        </p:nvSpPr>
        <p:spPr>
          <a:xfrm>
            <a:off x="2546700" y="8252275"/>
            <a:ext cx="67497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¿Qué nos ha contado &lt;&lt;Nombre y Apellido&gt;&gt; ?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9"/>
          <p:cNvSpPr txBox="1"/>
          <p:nvPr/>
        </p:nvSpPr>
        <p:spPr>
          <a:xfrm>
            <a:off x="858150" y="10024875"/>
            <a:ext cx="8570700" cy="60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>
                <a:solidFill>
                  <a:schemeClr val="dk2"/>
                </a:solidFill>
              </a:rPr>
              <a:t>&lt;&lt;URL GRAFICO HOLLAND&gt;&gt;</a:t>
            </a:r>
            <a:endParaRPr sz="3483">
              <a:solidFill>
                <a:schemeClr val="dk2"/>
              </a:solidFill>
            </a:endParaRPr>
          </a:p>
        </p:txBody>
      </p:sp>
      <p:sp>
        <p:nvSpPr>
          <p:cNvPr id="109" name="Google Shape;109;p19"/>
          <p:cNvSpPr txBox="1"/>
          <p:nvPr/>
        </p:nvSpPr>
        <p:spPr>
          <a:xfrm>
            <a:off x="966125" y="16273850"/>
            <a:ext cx="7074300" cy="15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Veamos en detalle los estilos predominantes en el perfil de </a:t>
            </a:r>
            <a:r>
              <a:rPr b="1" lang="en" sz="29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&lt;&lt;Nombre y Apellido&gt;&gt;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/>
          <p:nvPr/>
        </p:nvSpPr>
        <p:spPr>
          <a:xfrm>
            <a:off x="15320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01&gt;&gt;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5" name="Google Shape;115;p20"/>
          <p:cNvSpPr txBox="1"/>
          <p:nvPr/>
        </p:nvSpPr>
        <p:spPr>
          <a:xfrm>
            <a:off x="1532000" y="1535675"/>
            <a:ext cx="5287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01&gt;&gt;</a:t>
            </a:r>
            <a:endParaRPr b="1" sz="4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/>
          <p:nvPr/>
        </p:nvSpPr>
        <p:spPr>
          <a:xfrm>
            <a:off x="15320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02&gt;&gt;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1532000" y="1535675"/>
            <a:ext cx="5287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02&gt;&gt;</a:t>
            </a:r>
            <a:endParaRPr b="1" sz="4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/>
        </p:nvSpPr>
        <p:spPr>
          <a:xfrm>
            <a:off x="15320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03&gt;&gt;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7" name="Google Shape;127;p22"/>
          <p:cNvSpPr txBox="1"/>
          <p:nvPr/>
        </p:nvSpPr>
        <p:spPr>
          <a:xfrm>
            <a:off x="1532000" y="1535675"/>
            <a:ext cx="5287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03&gt;&gt;</a:t>
            </a:r>
            <a:endParaRPr b="1" sz="4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4"/>
          <p:cNvSpPr txBox="1"/>
          <p:nvPr/>
        </p:nvSpPr>
        <p:spPr>
          <a:xfrm>
            <a:off x="929266" y="10288021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08&gt;&gt;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7" name="Google Shape;137;p24"/>
          <p:cNvSpPr txBox="1"/>
          <p:nvPr/>
        </p:nvSpPr>
        <p:spPr>
          <a:xfrm>
            <a:off x="929266" y="10877221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08&gt;&gt;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8" name="Google Shape;138;p24"/>
          <p:cNvSpPr txBox="1"/>
          <p:nvPr/>
        </p:nvSpPr>
        <p:spPr>
          <a:xfrm>
            <a:off x="7588516" y="10288021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08&gt;&gt;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9" name="Google Shape;139;p24"/>
          <p:cNvSpPr txBox="1"/>
          <p:nvPr/>
        </p:nvSpPr>
        <p:spPr>
          <a:xfrm>
            <a:off x="924064" y="890015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07&gt;&gt;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0" name="Google Shape;140;p24"/>
          <p:cNvSpPr txBox="1"/>
          <p:nvPr/>
        </p:nvSpPr>
        <p:spPr>
          <a:xfrm>
            <a:off x="924064" y="948935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07&gt;&gt;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1" name="Google Shape;141;p24"/>
          <p:cNvSpPr txBox="1"/>
          <p:nvPr/>
        </p:nvSpPr>
        <p:spPr>
          <a:xfrm>
            <a:off x="7583314" y="8900150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07&gt;&gt;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2" name="Google Shape;142;p24"/>
          <p:cNvSpPr txBox="1"/>
          <p:nvPr/>
        </p:nvSpPr>
        <p:spPr>
          <a:xfrm>
            <a:off x="917506" y="7456184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06&gt;&gt;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3" name="Google Shape;143;p24"/>
          <p:cNvSpPr txBox="1"/>
          <p:nvPr/>
        </p:nvSpPr>
        <p:spPr>
          <a:xfrm>
            <a:off x="917506" y="8045384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06&gt;&gt;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7576756" y="7456184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06&gt;&gt;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912304" y="6068313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05&gt;&gt;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6" name="Google Shape;146;p24"/>
          <p:cNvSpPr txBox="1"/>
          <p:nvPr/>
        </p:nvSpPr>
        <p:spPr>
          <a:xfrm>
            <a:off x="912304" y="6657513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05&gt;&gt;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7" name="Google Shape;147;p24"/>
          <p:cNvSpPr txBox="1"/>
          <p:nvPr/>
        </p:nvSpPr>
        <p:spPr>
          <a:xfrm>
            <a:off x="7571554" y="6068313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05&gt;&gt;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8" name="Google Shape;148;p24"/>
          <p:cNvSpPr txBox="1"/>
          <p:nvPr/>
        </p:nvSpPr>
        <p:spPr>
          <a:xfrm>
            <a:off x="940287" y="4680433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04&gt;&gt;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9" name="Google Shape;149;p24"/>
          <p:cNvSpPr txBox="1"/>
          <p:nvPr/>
        </p:nvSpPr>
        <p:spPr>
          <a:xfrm>
            <a:off x="940287" y="5269633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04&gt;&gt;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0" name="Google Shape;150;p24"/>
          <p:cNvSpPr txBox="1"/>
          <p:nvPr/>
        </p:nvSpPr>
        <p:spPr>
          <a:xfrm>
            <a:off x="7599537" y="4680433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04&gt;&gt;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1" name="Google Shape;151;p24"/>
          <p:cNvSpPr txBox="1"/>
          <p:nvPr/>
        </p:nvSpPr>
        <p:spPr>
          <a:xfrm>
            <a:off x="935085" y="3292562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03&gt;&gt;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2" name="Google Shape;152;p24"/>
          <p:cNvSpPr txBox="1"/>
          <p:nvPr/>
        </p:nvSpPr>
        <p:spPr>
          <a:xfrm>
            <a:off x="935085" y="3881762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03&gt;&gt;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3" name="Google Shape;153;p24"/>
          <p:cNvSpPr txBox="1"/>
          <p:nvPr/>
        </p:nvSpPr>
        <p:spPr>
          <a:xfrm>
            <a:off x="7594335" y="3292562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03&gt;&gt;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4" name="Google Shape;154;p24"/>
          <p:cNvSpPr txBox="1"/>
          <p:nvPr/>
        </p:nvSpPr>
        <p:spPr>
          <a:xfrm>
            <a:off x="928527" y="1848596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02&gt;&gt;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5" name="Google Shape;155;p24"/>
          <p:cNvSpPr txBox="1"/>
          <p:nvPr/>
        </p:nvSpPr>
        <p:spPr>
          <a:xfrm>
            <a:off x="928527" y="2437796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02&gt;&gt;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6" name="Google Shape;156;p24"/>
          <p:cNvSpPr txBox="1"/>
          <p:nvPr/>
        </p:nvSpPr>
        <p:spPr>
          <a:xfrm>
            <a:off x="7587777" y="1848596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02&gt;&gt;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7" name="Google Shape;157;p24"/>
          <p:cNvSpPr txBox="1"/>
          <p:nvPr/>
        </p:nvSpPr>
        <p:spPr>
          <a:xfrm>
            <a:off x="923325" y="46072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</a:t>
            </a: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Gardner</a:t>
            </a: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 01&gt;&gt;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8" name="Google Shape;158;p24"/>
          <p:cNvSpPr txBox="1"/>
          <p:nvPr/>
        </p:nvSpPr>
        <p:spPr>
          <a:xfrm>
            <a:off x="923325" y="104992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01&gt;&gt;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9" name="Google Shape;159;p24"/>
          <p:cNvSpPr txBox="1"/>
          <p:nvPr/>
        </p:nvSpPr>
        <p:spPr>
          <a:xfrm>
            <a:off x="7582575" y="460725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01&gt;&gt;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5"/>
          <p:cNvSpPr txBox="1"/>
          <p:nvPr/>
        </p:nvSpPr>
        <p:spPr>
          <a:xfrm>
            <a:off x="1467969" y="12650673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02&gt;&gt;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5" name="Google Shape;165;p25"/>
          <p:cNvSpPr txBox="1"/>
          <p:nvPr/>
        </p:nvSpPr>
        <p:spPr>
          <a:xfrm>
            <a:off x="7263648" y="11399924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02&gt;&gt;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6" name="Google Shape;166;p25"/>
          <p:cNvSpPr txBox="1"/>
          <p:nvPr/>
        </p:nvSpPr>
        <p:spPr>
          <a:xfrm>
            <a:off x="1491919" y="10098223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&lt;&lt;Gardner 02&gt;&gt;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7" name="Google Shape;167;p25"/>
          <p:cNvSpPr txBox="1"/>
          <p:nvPr/>
        </p:nvSpPr>
        <p:spPr>
          <a:xfrm>
            <a:off x="1460675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01&gt;&gt;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8" name="Google Shape;168;p25"/>
          <p:cNvSpPr txBox="1"/>
          <p:nvPr/>
        </p:nvSpPr>
        <p:spPr>
          <a:xfrm>
            <a:off x="7256354" y="3005976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01&gt;&gt;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9" name="Google Shape;169;p25"/>
          <p:cNvSpPr txBox="1"/>
          <p:nvPr/>
        </p:nvSpPr>
        <p:spPr>
          <a:xfrm>
            <a:off x="1484625" y="1704275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&lt;&lt;Gardner 01&gt;&gt;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6"/>
          <p:cNvSpPr txBox="1"/>
          <p:nvPr/>
        </p:nvSpPr>
        <p:spPr>
          <a:xfrm>
            <a:off x="1465877" y="12723942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04&gt;&gt;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5" name="Google Shape;175;p26"/>
          <p:cNvSpPr txBox="1"/>
          <p:nvPr/>
        </p:nvSpPr>
        <p:spPr>
          <a:xfrm>
            <a:off x="7261556" y="11417164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04&gt;&gt;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6" name="Google Shape;176;p26"/>
          <p:cNvSpPr txBox="1"/>
          <p:nvPr/>
        </p:nvSpPr>
        <p:spPr>
          <a:xfrm>
            <a:off x="1489827" y="10171492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&lt;&lt;Gardner 04&gt;&gt;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7" name="Google Shape;177;p26"/>
          <p:cNvSpPr txBox="1"/>
          <p:nvPr/>
        </p:nvSpPr>
        <p:spPr>
          <a:xfrm>
            <a:off x="1460675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03&gt;&gt;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8" name="Google Shape;178;p26"/>
          <p:cNvSpPr txBox="1"/>
          <p:nvPr/>
        </p:nvSpPr>
        <p:spPr>
          <a:xfrm>
            <a:off x="7256354" y="3005976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03&gt;&gt;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9" name="Google Shape;179;p26"/>
          <p:cNvSpPr txBox="1"/>
          <p:nvPr/>
        </p:nvSpPr>
        <p:spPr>
          <a:xfrm>
            <a:off x="1484625" y="1704275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&lt;&lt;Gardner 03&gt;&gt;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7"/>
          <p:cNvSpPr txBox="1"/>
          <p:nvPr/>
        </p:nvSpPr>
        <p:spPr>
          <a:xfrm>
            <a:off x="1465877" y="12723942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06&gt;&gt;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85" name="Google Shape;185;p27"/>
          <p:cNvSpPr txBox="1"/>
          <p:nvPr/>
        </p:nvSpPr>
        <p:spPr>
          <a:xfrm>
            <a:off x="7261556" y="11417164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06&gt;&gt;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86" name="Google Shape;186;p27"/>
          <p:cNvSpPr txBox="1"/>
          <p:nvPr/>
        </p:nvSpPr>
        <p:spPr>
          <a:xfrm>
            <a:off x="1489827" y="10171492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&lt;&lt;Gardner 06&gt;&gt;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87" name="Google Shape;187;p27"/>
          <p:cNvSpPr txBox="1"/>
          <p:nvPr/>
        </p:nvSpPr>
        <p:spPr>
          <a:xfrm>
            <a:off x="1460675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05&gt;&gt;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88" name="Google Shape;188;p27"/>
          <p:cNvSpPr txBox="1"/>
          <p:nvPr/>
        </p:nvSpPr>
        <p:spPr>
          <a:xfrm>
            <a:off x="7256354" y="3033991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05&gt;&gt;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89" name="Google Shape;189;p27"/>
          <p:cNvSpPr txBox="1"/>
          <p:nvPr/>
        </p:nvSpPr>
        <p:spPr>
          <a:xfrm>
            <a:off x="1484625" y="1704275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&lt;&lt;Gardner 05&gt;&gt;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8"/>
          <p:cNvSpPr txBox="1"/>
          <p:nvPr/>
        </p:nvSpPr>
        <p:spPr>
          <a:xfrm>
            <a:off x="1465877" y="12723942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08&gt;&gt;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95" name="Google Shape;195;p28"/>
          <p:cNvSpPr txBox="1"/>
          <p:nvPr/>
        </p:nvSpPr>
        <p:spPr>
          <a:xfrm>
            <a:off x="7261556" y="11417164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08&gt;&gt;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96" name="Google Shape;196;p28"/>
          <p:cNvSpPr txBox="1"/>
          <p:nvPr/>
        </p:nvSpPr>
        <p:spPr>
          <a:xfrm>
            <a:off x="1489827" y="10171492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&lt;&lt;Gardner 08&gt;&gt;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97" name="Google Shape;197;p28"/>
          <p:cNvSpPr txBox="1"/>
          <p:nvPr/>
        </p:nvSpPr>
        <p:spPr>
          <a:xfrm>
            <a:off x="1460675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07&gt;&gt;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98" name="Google Shape;198;p28"/>
          <p:cNvSpPr txBox="1"/>
          <p:nvPr/>
        </p:nvSpPr>
        <p:spPr>
          <a:xfrm>
            <a:off x="7256354" y="3005976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07&gt;&gt;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99" name="Google Shape;199;p28"/>
          <p:cNvSpPr txBox="1"/>
          <p:nvPr/>
        </p:nvSpPr>
        <p:spPr>
          <a:xfrm>
            <a:off x="1484625" y="1704275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&lt;&lt;Gardner 07&gt;&gt;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0"/>
          <p:cNvSpPr txBox="1"/>
          <p:nvPr/>
        </p:nvSpPr>
        <p:spPr>
          <a:xfrm>
            <a:off x="1455000" y="12785750"/>
            <a:ext cx="7232400" cy="41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Verbal&gt;&gt;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09" name="Google Shape;209;p30"/>
          <p:cNvSpPr txBox="1"/>
          <p:nvPr/>
        </p:nvSpPr>
        <p:spPr>
          <a:xfrm>
            <a:off x="1454150" y="11809675"/>
            <a:ext cx="7173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&lt;&lt;Nivel Verbal&gt;&gt;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  <p:cxnSp>
        <p:nvCxnSpPr>
          <p:cNvPr id="210" name="Google Shape;210;p30"/>
          <p:cNvCxnSpPr/>
          <p:nvPr/>
        </p:nvCxnSpPr>
        <p:spPr>
          <a:xfrm>
            <a:off x="1518125" y="17315325"/>
            <a:ext cx="7173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1"/>
          <p:cNvSpPr txBox="1"/>
          <p:nvPr/>
        </p:nvSpPr>
        <p:spPr>
          <a:xfrm>
            <a:off x="1478879" y="4369573"/>
            <a:ext cx="7232400" cy="41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Numerico&gt;&gt;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6" name="Google Shape;216;p31"/>
          <p:cNvSpPr txBox="1"/>
          <p:nvPr/>
        </p:nvSpPr>
        <p:spPr>
          <a:xfrm>
            <a:off x="1478029" y="3393498"/>
            <a:ext cx="7173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&lt;&lt;Nivel Numerico&gt;&gt;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7" name="Google Shape;217;p31"/>
          <p:cNvSpPr txBox="1"/>
          <p:nvPr/>
        </p:nvSpPr>
        <p:spPr>
          <a:xfrm>
            <a:off x="1455000" y="12785750"/>
            <a:ext cx="7232400" cy="41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Abstracto&gt;&gt;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8" name="Google Shape;218;p31"/>
          <p:cNvSpPr txBox="1"/>
          <p:nvPr/>
        </p:nvSpPr>
        <p:spPr>
          <a:xfrm>
            <a:off x="1454150" y="11809675"/>
            <a:ext cx="7173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&lt;&lt;Nivel Abstracto&gt;&gt;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  <p:cxnSp>
        <p:nvCxnSpPr>
          <p:cNvPr id="219" name="Google Shape;219;p31"/>
          <p:cNvCxnSpPr/>
          <p:nvPr/>
        </p:nvCxnSpPr>
        <p:spPr>
          <a:xfrm>
            <a:off x="1524238" y="17287925"/>
            <a:ext cx="7173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0" name="Google Shape;220;p31"/>
          <p:cNvCxnSpPr/>
          <p:nvPr/>
        </p:nvCxnSpPr>
        <p:spPr>
          <a:xfrm>
            <a:off x="1518125" y="8882225"/>
            <a:ext cx="7173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3"/>
          <p:cNvSpPr txBox="1"/>
          <p:nvPr/>
        </p:nvSpPr>
        <p:spPr>
          <a:xfrm>
            <a:off x="966125" y="13293225"/>
            <a:ext cx="8406600" cy="27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latin typeface="Public Sans"/>
                <a:ea typeface="Public Sans"/>
                <a:cs typeface="Public Sans"/>
                <a:sym typeface="Public Sans"/>
              </a:rPr>
              <a:t>&lt;&lt;DESC Gest_Temp 02P&gt;&gt;</a:t>
            </a:r>
            <a:endParaRPr b="1" sz="24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0" name="Google Shape;230;p33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Public Sans"/>
                <a:ea typeface="Public Sans"/>
                <a:cs typeface="Public Sans"/>
                <a:sym typeface="Public Sans"/>
              </a:rPr>
              <a:t>&lt;&lt;DESC Gest_Temp 01P&gt;&gt;</a:t>
            </a:r>
            <a:endParaRPr sz="2400"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4"/>
          <p:cNvSpPr txBox="1"/>
          <p:nvPr/>
        </p:nvSpPr>
        <p:spPr>
          <a:xfrm>
            <a:off x="966125" y="13293225"/>
            <a:ext cx="8406600" cy="27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latin typeface="Public Sans"/>
                <a:ea typeface="Public Sans"/>
                <a:cs typeface="Public Sans"/>
                <a:sym typeface="Public Sans"/>
              </a:rPr>
              <a:t>&lt;&lt;DESC Persev 02P&gt;&gt;</a:t>
            </a:r>
            <a:endParaRPr b="1" sz="24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6" name="Google Shape;236;p34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Public Sans"/>
                <a:ea typeface="Public Sans"/>
                <a:cs typeface="Public Sans"/>
                <a:sym typeface="Public Sans"/>
              </a:rPr>
              <a:t>&lt;&lt;DESC Persev 01P&gt;&gt;</a:t>
            </a:r>
            <a:endParaRPr sz="2400"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5"/>
          <p:cNvSpPr txBox="1"/>
          <p:nvPr/>
        </p:nvSpPr>
        <p:spPr>
          <a:xfrm>
            <a:off x="966125" y="13293225"/>
            <a:ext cx="8406600" cy="27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latin typeface="Public Sans"/>
                <a:ea typeface="Public Sans"/>
                <a:cs typeface="Public Sans"/>
                <a:sym typeface="Public Sans"/>
              </a:rPr>
              <a:t>&lt;&lt;DESC Hab_est 02P&gt;&gt;</a:t>
            </a:r>
            <a:endParaRPr b="1" sz="24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2" name="Google Shape;242;p35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Public Sans"/>
                <a:ea typeface="Public Sans"/>
                <a:cs typeface="Public Sans"/>
                <a:sym typeface="Public Sans"/>
              </a:rPr>
              <a:t>&lt;&lt;DESC Hab_est 01P&gt;&gt;</a:t>
            </a:r>
            <a:endParaRPr sz="2400"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6"/>
          <p:cNvSpPr txBox="1"/>
          <p:nvPr/>
        </p:nvSpPr>
        <p:spPr>
          <a:xfrm>
            <a:off x="966125" y="13293225"/>
            <a:ext cx="8406600" cy="27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latin typeface="Public Sans"/>
                <a:ea typeface="Public Sans"/>
                <a:cs typeface="Public Sans"/>
                <a:sym typeface="Public Sans"/>
              </a:rPr>
              <a:t>&lt;&lt;DESC IE 02P&gt;&gt;</a:t>
            </a:r>
            <a:endParaRPr b="1" sz="24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8" name="Google Shape;248;p36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Public Sans"/>
                <a:ea typeface="Public Sans"/>
                <a:cs typeface="Public Sans"/>
                <a:sym typeface="Public Sans"/>
              </a:rPr>
              <a:t>&lt;&lt;DESC IE 01P&gt;&gt;</a:t>
            </a:r>
            <a:endParaRPr sz="2400"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8"/>
          <p:cNvSpPr txBox="1"/>
          <p:nvPr/>
        </p:nvSpPr>
        <p:spPr>
          <a:xfrm>
            <a:off x="4352650" y="134072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800">
                <a:latin typeface="Public Sans"/>
                <a:ea typeface="Public Sans"/>
                <a:cs typeface="Public Sans"/>
                <a:sym typeface="Public Sans"/>
              </a:rPr>
              <a:t>&lt;&lt;AE Carrera 04&gt;&gt;</a:t>
            </a:r>
            <a:endParaRPr i="1" sz="18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8" name="Google Shape;258;p38"/>
          <p:cNvSpPr txBox="1"/>
          <p:nvPr/>
        </p:nvSpPr>
        <p:spPr>
          <a:xfrm>
            <a:off x="4352650" y="110450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800">
                <a:latin typeface="Public Sans"/>
                <a:ea typeface="Public Sans"/>
                <a:cs typeface="Public Sans"/>
                <a:sym typeface="Public Sans"/>
              </a:rPr>
              <a:t>&lt;&lt;AE Carrera 03&gt;&gt;</a:t>
            </a:r>
            <a:endParaRPr i="1" sz="18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9" name="Google Shape;259;p38"/>
          <p:cNvSpPr txBox="1"/>
          <p:nvPr/>
        </p:nvSpPr>
        <p:spPr>
          <a:xfrm>
            <a:off x="4352650" y="86828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800">
                <a:latin typeface="Public Sans"/>
                <a:ea typeface="Public Sans"/>
                <a:cs typeface="Public Sans"/>
                <a:sym typeface="Public Sans"/>
              </a:rPr>
              <a:t>&lt;&lt;AE Carrera 02&gt;&gt;</a:t>
            </a:r>
            <a:endParaRPr i="1" sz="18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0" name="Google Shape;260;p38"/>
          <p:cNvSpPr txBox="1"/>
          <p:nvPr/>
        </p:nvSpPr>
        <p:spPr>
          <a:xfrm>
            <a:off x="4346900" y="6316550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800">
                <a:latin typeface="Public Sans"/>
                <a:ea typeface="Public Sans"/>
                <a:cs typeface="Public Sans"/>
                <a:sym typeface="Public Sans"/>
              </a:rPr>
              <a:t>&lt;&lt;AE Carrera 01&gt;&gt;</a:t>
            </a:r>
            <a:endParaRPr i="1" sz="18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1" name="Google Shape;261;p38"/>
          <p:cNvSpPr txBox="1"/>
          <p:nvPr/>
        </p:nvSpPr>
        <p:spPr>
          <a:xfrm>
            <a:off x="1115700" y="12133775"/>
            <a:ext cx="8055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2" name="Google Shape;262;p38"/>
          <p:cNvSpPr txBox="1"/>
          <p:nvPr/>
        </p:nvSpPr>
        <p:spPr>
          <a:xfrm>
            <a:off x="1089450" y="9771575"/>
            <a:ext cx="8055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3" name="Google Shape;263;p38"/>
          <p:cNvSpPr txBox="1"/>
          <p:nvPr/>
        </p:nvSpPr>
        <p:spPr>
          <a:xfrm>
            <a:off x="1115700" y="7409375"/>
            <a:ext cx="8055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4" name="Google Shape;264;p38"/>
          <p:cNvSpPr txBox="1"/>
          <p:nvPr/>
        </p:nvSpPr>
        <p:spPr>
          <a:xfrm>
            <a:off x="1089450" y="5038925"/>
            <a:ext cx="8055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5" name="Google Shape;265;p38"/>
          <p:cNvSpPr txBox="1"/>
          <p:nvPr/>
        </p:nvSpPr>
        <p:spPr>
          <a:xfrm>
            <a:off x="966125" y="1064050"/>
            <a:ext cx="8284500" cy="30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Considerando los intereses, estilo de vida deseado, características de personalidad y aptitudes presentadas anteriormente, se le recomienda a </a:t>
            </a:r>
            <a:r>
              <a:rPr b="1"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&lt;&lt;Nombre y Apellido&gt;&gt;</a:t>
            </a:r>
            <a:r>
              <a:rPr lang="en" sz="2283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, </a:t>
            </a:r>
            <a:r>
              <a:rPr lang="en" sz="2483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que al comenzar la exploración de estudios tenga en cuenta las siguientes hipótesis de carreras:</a:t>
            </a:r>
            <a:endParaRPr sz="2483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9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1" name="Google Shape;271;p39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01&gt;&gt;</a:t>
            </a:r>
            <a:endParaRPr i="1" sz="2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2" name="Google Shape;272;p39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01&gt;&gt;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3" name="Google Shape;273;p39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01&gt;&gt;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0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9" name="Google Shape;279;p40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02&gt;&gt;</a:t>
            </a:r>
            <a:endParaRPr i="1" sz="2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80" name="Google Shape;280;p40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02&gt;&gt;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81" name="Google Shape;281;p40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02&gt;&gt;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1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87" name="Google Shape;287;p41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03&gt;&gt;</a:t>
            </a:r>
            <a:endParaRPr i="1" sz="2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88" name="Google Shape;288;p41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03&gt;&gt;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89" name="Google Shape;289;p41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03&gt;&gt;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2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95" name="Google Shape;295;p42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04&gt;&gt;</a:t>
            </a:r>
            <a:endParaRPr i="1" sz="2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96" name="Google Shape;296;p42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04&gt;&gt;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97" name="Google Shape;297;p42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04&gt;&gt;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