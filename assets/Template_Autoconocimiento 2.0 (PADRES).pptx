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0287000" cy="18288000"/>
  <p:notesSz cx="6858000" cy="9144000"/>
  <p:embeddedFontLst>
    <p:embeddedFont>
      <p:font typeface="Public Sans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09">
          <p15:clr>
            <a:srgbClr val="747775"/>
          </p15:clr>
        </p15:guide>
        <p15:guide id="2" pos="5904">
          <p15:clr>
            <a:srgbClr val="747775"/>
          </p15:clr>
        </p15:guide>
        <p15:guide id="3" orient="horz" pos="25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9" autoAdjust="0"/>
    <p:restoredTop sz="94660"/>
  </p:normalViewPr>
  <p:slideViewPr>
    <p:cSldViewPr snapToGrid="0">
      <p:cViewPr>
        <p:scale>
          <a:sx n="25" d="100"/>
          <a:sy n="25" d="100"/>
        </p:scale>
        <p:origin x="2117" y="14"/>
      </p:cViewPr>
      <p:guideLst>
        <p:guide pos="609"/>
        <p:guide pos="5904"/>
        <p:guide orient="horz" pos="2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undo custSel modSld">
      <pc:chgData name="juani vila bach" userId="140d79d91c36b714" providerId="LiveId" clId="{681BBBA0-CB6B-4408-8383-25A2ECA50787}" dt="2025-12-28T23:53:00.453" v="75" actId="255"/>
      <pc:docMkLst>
        <pc:docMk/>
      </pc:docMkLst>
      <pc:sldChg chg="modSp mod">
        <pc:chgData name="juani vila bach" userId="140d79d91c36b714" providerId="LiveId" clId="{681BBBA0-CB6B-4408-8383-25A2ECA50787}" dt="2025-12-28T05:50:51.735" v="7" actId="20577"/>
        <pc:sldMkLst>
          <pc:docMk/>
          <pc:sldMk cId="0" sldId="260"/>
        </pc:sldMkLst>
        <pc:spChg chg="mod">
          <ac:chgData name="juani vila bach" userId="140d79d91c36b714" providerId="LiveId" clId="{681BBBA0-CB6B-4408-8383-25A2ECA50787}" dt="2025-12-28T05:50:42.268" v="1" actId="20577"/>
          <ac:spMkLst>
            <pc:docMk/>
            <pc:sldMk cId="0" sldId="260"/>
            <ac:spMk id="7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43.775" v="2" actId="20577"/>
          <ac:spMkLst>
            <pc:docMk/>
            <pc:sldMk cId="0" sldId="260"/>
            <ac:spMk id="78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45.437" v="3" actId="20577"/>
          <ac:spMkLst>
            <pc:docMk/>
            <pc:sldMk cId="0" sldId="260"/>
            <ac:spMk id="81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47.874" v="4" actId="20577"/>
          <ac:spMkLst>
            <pc:docMk/>
            <pc:sldMk cId="0" sldId="260"/>
            <ac:spMk id="84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48.627" v="5" actId="20577"/>
          <ac:spMkLst>
            <pc:docMk/>
            <pc:sldMk cId="0" sldId="260"/>
            <ac:spMk id="87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49.706" v="6" actId="20577"/>
          <ac:spMkLst>
            <pc:docMk/>
            <pc:sldMk cId="0" sldId="260"/>
            <ac:spMk id="90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51.735" v="7" actId="20577"/>
          <ac:spMkLst>
            <pc:docMk/>
            <pc:sldMk cId="0" sldId="260"/>
            <ac:spMk id="93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0:40.694" v="0" actId="20577"/>
          <ac:spMkLst>
            <pc:docMk/>
            <pc:sldMk cId="0" sldId="260"/>
            <ac:spMk id="96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3:33.096" v="25" actId="1076"/>
        <pc:sldMkLst>
          <pc:docMk/>
          <pc:sldMk cId="0" sldId="267"/>
        </pc:sldMkLst>
        <pc:spChg chg="mod">
          <ac:chgData name="juani vila bach" userId="140d79d91c36b714" providerId="LiveId" clId="{681BBBA0-CB6B-4408-8383-25A2ECA50787}" dt="2025-12-28T05:53:33.096" v="25" actId="1076"/>
          <ac:spMkLst>
            <pc:docMk/>
            <pc:sldMk cId="0" sldId="267"/>
            <ac:spMk id="138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3:18.183" v="23" actId="1076"/>
          <ac:spMkLst>
            <pc:docMk/>
            <pc:sldMk cId="0" sldId="267"/>
            <ac:spMk id="141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3:10.424" v="21" actId="1076"/>
          <ac:spMkLst>
            <pc:docMk/>
            <pc:sldMk cId="0" sldId="267"/>
            <ac:spMk id="144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3:02.768" v="19" actId="1076"/>
          <ac:spMkLst>
            <pc:docMk/>
            <pc:sldMk cId="0" sldId="267"/>
            <ac:spMk id="147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2:54.644" v="17" actId="1076"/>
          <ac:spMkLst>
            <pc:docMk/>
            <pc:sldMk cId="0" sldId="267"/>
            <ac:spMk id="150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2:36.029" v="15" actId="1076"/>
          <ac:spMkLst>
            <pc:docMk/>
            <pc:sldMk cId="0" sldId="267"/>
            <ac:spMk id="153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1:53.593" v="9" actId="1076"/>
          <ac:spMkLst>
            <pc:docMk/>
            <pc:sldMk cId="0" sldId="267"/>
            <ac:spMk id="154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2:27.238" v="13" actId="1076"/>
          <ac:spMkLst>
            <pc:docMk/>
            <pc:sldMk cId="0" sldId="267"/>
            <ac:spMk id="156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2:21.820" v="12" actId="1076"/>
          <ac:spMkLst>
            <pc:docMk/>
            <pc:sldMk cId="0" sldId="267"/>
            <ac:spMk id="159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4:22.268" v="39" actId="1036"/>
        <pc:sldMkLst>
          <pc:docMk/>
          <pc:sldMk cId="0" sldId="268"/>
        </pc:sldMkLst>
        <pc:spChg chg="mod">
          <ac:chgData name="juani vila bach" userId="140d79d91c36b714" providerId="LiveId" clId="{681BBBA0-CB6B-4408-8383-25A2ECA50787}" dt="2025-12-28T05:54:15.055" v="35" actId="1035"/>
          <ac:spMkLst>
            <pc:docMk/>
            <pc:sldMk cId="0" sldId="268"/>
            <ac:spMk id="16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4:22.268" v="39" actId="1036"/>
          <ac:spMkLst>
            <pc:docMk/>
            <pc:sldMk cId="0" sldId="268"/>
            <ac:spMk id="168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4:35.751" v="48" actId="1035"/>
        <pc:sldMkLst>
          <pc:docMk/>
          <pc:sldMk cId="0" sldId="269"/>
        </pc:sldMkLst>
        <pc:spChg chg="mod">
          <ac:chgData name="juani vila bach" userId="140d79d91c36b714" providerId="LiveId" clId="{681BBBA0-CB6B-4408-8383-25A2ECA50787}" dt="2025-12-28T05:54:35.751" v="48" actId="1035"/>
          <ac:spMkLst>
            <pc:docMk/>
            <pc:sldMk cId="0" sldId="269"/>
            <ac:spMk id="17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4:29.172" v="43" actId="1036"/>
          <ac:spMkLst>
            <pc:docMk/>
            <pc:sldMk cId="0" sldId="269"/>
            <ac:spMk id="178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4:48.574" v="57" actId="1035"/>
        <pc:sldMkLst>
          <pc:docMk/>
          <pc:sldMk cId="0" sldId="270"/>
        </pc:sldMkLst>
        <pc:spChg chg="mod">
          <ac:chgData name="juani vila bach" userId="140d79d91c36b714" providerId="LiveId" clId="{681BBBA0-CB6B-4408-8383-25A2ECA50787}" dt="2025-12-28T05:54:48.574" v="57" actId="1035"/>
          <ac:spMkLst>
            <pc:docMk/>
            <pc:sldMk cId="0" sldId="270"/>
            <ac:spMk id="18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4:43.290" v="52" actId="1035"/>
          <ac:spMkLst>
            <pc:docMk/>
            <pc:sldMk cId="0" sldId="270"/>
            <ac:spMk id="188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4:58.347" v="66" actId="1035"/>
        <pc:sldMkLst>
          <pc:docMk/>
          <pc:sldMk cId="0" sldId="271"/>
        </pc:sldMkLst>
        <pc:spChg chg="mod">
          <ac:chgData name="juani vila bach" userId="140d79d91c36b714" providerId="LiveId" clId="{681BBBA0-CB6B-4408-8383-25A2ECA50787}" dt="2025-12-28T05:54:58.347" v="66" actId="1035"/>
          <ac:spMkLst>
            <pc:docMk/>
            <pc:sldMk cId="0" sldId="271"/>
            <ac:spMk id="19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4:53.052" v="61" actId="1036"/>
          <ac:spMkLst>
            <pc:docMk/>
            <pc:sldMk cId="0" sldId="271"/>
            <ac:spMk id="198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23:52:13.688" v="74" actId="20577"/>
        <pc:sldMkLst>
          <pc:docMk/>
          <pc:sldMk cId="0" sldId="274"/>
        </pc:sldMkLst>
        <pc:spChg chg="mod">
          <ac:chgData name="juani vila bach" userId="140d79d91c36b714" providerId="LiveId" clId="{681BBBA0-CB6B-4408-8383-25A2ECA50787}" dt="2025-12-28T23:51:38.525" v="72" actId="20577"/>
          <ac:spMkLst>
            <pc:docMk/>
            <pc:sldMk cId="0" sldId="274"/>
            <ac:spMk id="21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23:52:13.688" v="74" actId="20577"/>
          <ac:spMkLst>
            <pc:docMk/>
            <pc:sldMk cId="0" sldId="274"/>
            <ac:spMk id="216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23:53:00.453" v="75" actId="255"/>
        <pc:sldMkLst>
          <pc:docMk/>
          <pc:sldMk cId="0" sldId="281"/>
        </pc:sldMkLst>
        <pc:spChg chg="mod">
          <ac:chgData name="juani vila bach" userId="140d79d91c36b714" providerId="LiveId" clId="{681BBBA0-CB6B-4408-8383-25A2ECA50787}" dt="2025-12-28T23:53:00.453" v="75" actId="255"/>
          <ac:spMkLst>
            <pc:docMk/>
            <pc:sldMk cId="0" sldId="281"/>
            <ac:spMk id="261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23:53:00.453" v="75" actId="255"/>
          <ac:spMkLst>
            <pc:docMk/>
            <pc:sldMk cId="0" sldId="281"/>
            <ac:spMk id="262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23:53:00.453" v="75" actId="255"/>
          <ac:spMkLst>
            <pc:docMk/>
            <pc:sldMk cId="0" sldId="281"/>
            <ac:spMk id="263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23:53:00.453" v="75" actId="255"/>
          <ac:spMkLst>
            <pc:docMk/>
            <pc:sldMk cId="0" sldId="281"/>
            <ac:spMk id="264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7:06.978" v="68" actId="255"/>
        <pc:sldMkLst>
          <pc:docMk/>
          <pc:sldMk cId="0" sldId="282"/>
        </pc:sldMkLst>
        <pc:spChg chg="mod">
          <ac:chgData name="juani vila bach" userId="140d79d91c36b714" providerId="LiveId" clId="{681BBBA0-CB6B-4408-8383-25A2ECA50787}" dt="2025-12-28T05:57:06.978" v="68" actId="255"/>
          <ac:spMkLst>
            <pc:docMk/>
            <pc:sldMk cId="0" sldId="282"/>
            <ac:spMk id="270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7:15.853" v="69" actId="255"/>
        <pc:sldMkLst>
          <pc:docMk/>
          <pc:sldMk cId="0" sldId="283"/>
        </pc:sldMkLst>
        <pc:spChg chg="mod">
          <ac:chgData name="juani vila bach" userId="140d79d91c36b714" providerId="LiveId" clId="{681BBBA0-CB6B-4408-8383-25A2ECA50787}" dt="2025-12-28T05:57:15.853" v="69" actId="255"/>
          <ac:spMkLst>
            <pc:docMk/>
            <pc:sldMk cId="0" sldId="283"/>
            <ac:spMk id="278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5:57:27.378" v="70" actId="255"/>
        <pc:sldMkLst>
          <pc:docMk/>
          <pc:sldMk cId="0" sldId="285"/>
        </pc:sldMkLst>
        <pc:spChg chg="mod">
          <ac:chgData name="juani vila bach" userId="140d79d91c36b714" providerId="LiveId" clId="{681BBBA0-CB6B-4408-8383-25A2ECA50787}" dt="2025-12-28T05:57:27.378" v="70" actId="255"/>
          <ac:spMkLst>
            <pc:docMk/>
            <pc:sldMk cId="0" sldId="285"/>
            <ac:spMk id="29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5009897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5009897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50098976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50098976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5009897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5009897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50098976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50098976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50098976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50098976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009897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009897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0098976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0098976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500989760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500989760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500989760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500989760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500989760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500989760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50098976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50098976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500989760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500989760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500989760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500989760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ac519199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ac519199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ac5191999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ac5191999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50098976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50098976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500989760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500989760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500989760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500989760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0098976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0098976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50098976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500989760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500989760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500989760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50098976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50098976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500989760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500989760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50098976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50098976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50098976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50098976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fce725a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fce725a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fce725a0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7fce725a0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fce725a0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fce725a0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fce725a0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fce725a0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50098976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50098976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95400" y="14957900"/>
            <a:ext cx="73863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5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820675" y="13176890"/>
            <a:ext cx="8552100" cy="19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01&gt;&gt;</a:t>
            </a:r>
            <a:endParaRPr sz="20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820675" y="15757000"/>
            <a:ext cx="8552100" cy="21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02&gt;&gt;</a:t>
            </a:r>
            <a:endParaRPr sz="20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2489700" y="11726400"/>
            <a:ext cx="7027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¿Qué nos ha contado &lt;&lt;Nombre y Apellido&gt;&gt;?</a:t>
            </a:r>
            <a:endParaRPr sz="3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1537375" y="70399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02&gt;&gt;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7664525" y="65212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02&gt;&gt;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537375" y="65212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537375" y="82153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03&gt;&gt;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7664525" y="76967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03&gt;&gt;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537375" y="76967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537375" y="93908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04&gt;&gt;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664525" y="88721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04&gt;&gt;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537375" y="88721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537375" y="105662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05&gt;&gt;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7664525" y="100476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05&gt;&gt;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537375" y="100476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537375" y="117417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06&gt;&gt;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7664525" y="112230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06&gt;&gt;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537375" y="112230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537375" y="129171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07&gt;&gt;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7664525" y="123985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07&gt;&gt;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537375" y="123985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07&gt;&gt;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537375" y="140926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08&gt;&gt;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7664525" y="135739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08&gt;&gt;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537375" y="135739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08&gt;&gt;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537375" y="58644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01&gt;&gt;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7664525" y="53458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01&gt;&gt;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537375" y="53458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966125" y="10057025"/>
            <a:ext cx="8406600" cy="7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Estilo&gt;&gt;</a:t>
            </a:r>
            <a:endParaRPr sz="25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2546700" y="8252275"/>
            <a:ext cx="6749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¿Qué nos ha contado &lt;&lt;Nombre y Apellido&gt;&gt; ?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858150" y="10024875"/>
            <a:ext cx="8570700" cy="60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2"/>
                </a:solidFill>
              </a:rPr>
              <a:t>&lt;&lt;URL GRAFICO HOLLAND&gt;&gt;</a:t>
            </a:r>
            <a:endParaRPr sz="3483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966125" y="16273850"/>
            <a:ext cx="70743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Veamos en detalle los estilos predominantes en el perfil de </a:t>
            </a:r>
            <a:r>
              <a:rPr lang="en" sz="29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5320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01&gt;&gt;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1532000" y="1535675"/>
            <a:ext cx="528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01&gt;&gt;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15320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02&gt;&gt;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1532000" y="1535675"/>
            <a:ext cx="528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02&gt;&gt;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/>
        </p:nvSpPr>
        <p:spPr>
          <a:xfrm>
            <a:off x="15320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03&gt;&gt;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1532000" y="1535675"/>
            <a:ext cx="528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03&gt;&gt;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929266" y="10288021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929266" y="10877221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08&gt;&gt;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7594335" y="10380602"/>
            <a:ext cx="2722004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924064" y="89001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924064" y="94893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07&gt;&gt;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7571554" y="8992722"/>
            <a:ext cx="2703686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917506" y="7456184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917506" y="8045384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06&gt;&gt;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576756" y="7554826"/>
            <a:ext cx="2722004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912304" y="606831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912304" y="665751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05&gt;&gt;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7571554" y="6160885"/>
            <a:ext cx="2727206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940287" y="468043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940287" y="526963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04&gt;&gt;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7571554" y="4766944"/>
            <a:ext cx="2664682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935085" y="3292562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935085" y="3881762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03&gt;&gt;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7571554" y="3387605"/>
            <a:ext cx="2692665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928527" y="1848596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928527" y="2437796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02&gt;&gt;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7599537" y="1941168"/>
            <a:ext cx="2699223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923325" y="4607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923325" y="10499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01&gt;&gt;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7594335" y="553297"/>
            <a:ext cx="2704425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1467969" y="12650673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02&gt;&gt;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7263648" y="11446224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491919" y="10098223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01&gt;&gt;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256354" y="3052276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1465877" y="12723942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04&gt;&gt;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7261556" y="11451889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489827" y="10171492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03&gt;&gt;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7256354" y="3052276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1465877" y="12723942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06&gt;&gt;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7261556" y="11451889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1489827" y="10171492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05&gt;&gt;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7256354" y="3057141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/>
        </p:nvSpPr>
        <p:spPr>
          <a:xfrm>
            <a:off x="1465877" y="12723942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08&gt;&gt;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7261556" y="11451889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1489827" y="10171492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07&gt;&gt;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7256354" y="3052276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/>
        </p:nvSpPr>
        <p:spPr>
          <a:xfrm>
            <a:off x="1455000" y="12785750"/>
            <a:ext cx="7232400" cy="4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Verbal&gt;&gt;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1454150" y="11809675"/>
            <a:ext cx="717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&lt;&lt;Nivel Verbal&gt;&gt;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10" name="Google Shape;210;p30"/>
          <p:cNvCxnSpPr/>
          <p:nvPr/>
        </p:nvCxnSpPr>
        <p:spPr>
          <a:xfrm>
            <a:off x="1518125" y="17315325"/>
            <a:ext cx="71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/>
        </p:nvSpPr>
        <p:spPr>
          <a:xfrm>
            <a:off x="1478879" y="4369573"/>
            <a:ext cx="7232400" cy="4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latin typeface="Public Sans"/>
                <a:ea typeface="Public Sans"/>
                <a:cs typeface="Public Sans"/>
                <a:sym typeface="Public Sans"/>
              </a:rPr>
              <a:t>&lt;&lt;DESC Numérico&gt;&gt;</a:t>
            </a:r>
            <a:endParaRPr sz="2600" dirty="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1478029" y="3393498"/>
            <a:ext cx="717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latin typeface="Public Sans"/>
                <a:ea typeface="Public Sans"/>
                <a:cs typeface="Public Sans"/>
                <a:sym typeface="Public Sans"/>
              </a:rPr>
              <a:t>&lt;&lt;Nivel Numérico&gt;&gt;</a:t>
            </a:r>
            <a:endParaRPr sz="3000" b="1" dirty="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1455000" y="12785750"/>
            <a:ext cx="7232400" cy="4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Abstracto&gt;&gt;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1454150" y="11809675"/>
            <a:ext cx="717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&lt;&lt;Nivel Abstracto&gt;&gt;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19" name="Google Shape;219;p31"/>
          <p:cNvCxnSpPr/>
          <p:nvPr/>
        </p:nvCxnSpPr>
        <p:spPr>
          <a:xfrm>
            <a:off x="1524238" y="17287925"/>
            <a:ext cx="71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31"/>
          <p:cNvCxnSpPr/>
          <p:nvPr/>
        </p:nvCxnSpPr>
        <p:spPr>
          <a:xfrm>
            <a:off x="1518125" y="8882225"/>
            <a:ext cx="71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/>
        </p:nvSpPr>
        <p:spPr>
          <a:xfrm>
            <a:off x="966125" y="13293225"/>
            <a:ext cx="8406600" cy="27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ublic Sans"/>
                <a:ea typeface="Public Sans"/>
                <a:cs typeface="Public Sans"/>
                <a:sym typeface="Public Sans"/>
              </a:rPr>
              <a:t>&lt;&lt;DESC Gest_Temp 02P&gt;&gt;</a:t>
            </a:r>
            <a:endParaRPr sz="24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ublic Sans"/>
                <a:ea typeface="Public Sans"/>
                <a:cs typeface="Public Sans"/>
                <a:sym typeface="Public Sans"/>
              </a:rPr>
              <a:t>&lt;&lt;DESC Gest_Temp 01P&gt;&gt;</a:t>
            </a:r>
            <a:endParaRPr sz="24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/>
        </p:nvSpPr>
        <p:spPr>
          <a:xfrm>
            <a:off x="966125" y="13293225"/>
            <a:ext cx="8406600" cy="27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ublic Sans"/>
                <a:ea typeface="Public Sans"/>
                <a:cs typeface="Public Sans"/>
                <a:sym typeface="Public Sans"/>
              </a:rPr>
              <a:t>&lt;&lt;DESC Persev 02P&gt;&gt;</a:t>
            </a:r>
            <a:endParaRPr sz="24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ublic Sans"/>
                <a:ea typeface="Public Sans"/>
                <a:cs typeface="Public Sans"/>
                <a:sym typeface="Public Sans"/>
              </a:rPr>
              <a:t>&lt;&lt;DESC Persev 01P&gt;&gt;</a:t>
            </a:r>
            <a:endParaRPr sz="24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/>
        </p:nvSpPr>
        <p:spPr>
          <a:xfrm>
            <a:off x="966125" y="13293225"/>
            <a:ext cx="8406600" cy="27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ublic Sans"/>
                <a:ea typeface="Public Sans"/>
                <a:cs typeface="Public Sans"/>
                <a:sym typeface="Public Sans"/>
              </a:rPr>
              <a:t>&lt;&lt;DESC Hab_est 02P&gt;&gt;</a:t>
            </a:r>
            <a:endParaRPr sz="24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ublic Sans"/>
                <a:ea typeface="Public Sans"/>
                <a:cs typeface="Public Sans"/>
                <a:sym typeface="Public Sans"/>
              </a:rPr>
              <a:t>&lt;&lt;DESC Hab_est 01P&gt;&gt;</a:t>
            </a:r>
            <a:endParaRPr sz="24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/>
        </p:nvSpPr>
        <p:spPr>
          <a:xfrm>
            <a:off x="966125" y="13293225"/>
            <a:ext cx="8406600" cy="27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Public Sans"/>
                <a:ea typeface="Public Sans"/>
                <a:cs typeface="Public Sans"/>
                <a:sym typeface="Public Sans"/>
              </a:rPr>
              <a:t>&lt;&lt;DESC IE 02P&gt;&gt;</a:t>
            </a:r>
            <a:endParaRPr sz="24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ublic Sans"/>
                <a:ea typeface="Public Sans"/>
                <a:cs typeface="Public Sans"/>
                <a:sym typeface="Public Sans"/>
              </a:rPr>
              <a:t>&lt;&lt;DESC IE 01P&gt;&gt;</a:t>
            </a:r>
            <a:endParaRPr sz="24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/>
        </p:nvSpPr>
        <p:spPr>
          <a:xfrm>
            <a:off x="4352650" y="134072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4352650" y="11045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4352650" y="86828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4346900" y="6316550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1115700" y="1213377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1089450" y="977157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1115700" y="740937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1089450" y="503892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500" b="1" dirty="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66125" y="1064050"/>
            <a:ext cx="8284500" cy="30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Considerando los intereses, estilo de vida deseado, características de personalidad y aptitudes presentadas anteriormente, se le recomienda a </a:t>
            </a:r>
            <a:r>
              <a:rPr lang="en" sz="26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r>
              <a:rPr lang="en" sz="22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" sz="2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que al comenzar la exploración de estudios tenga en cuenta las siguientes hipótesis de carreras:</a:t>
            </a:r>
            <a:endParaRPr sz="2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8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39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3" name="Google Shape;273;p39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0" name="Google Shape;280;p40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30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8" name="Google Shape;288;p41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03&gt;&gt;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04&gt;&gt;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04&gt;&gt;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633</Words>
  <Application>Microsoft Office PowerPoint</Application>
  <PresentationFormat>Custom</PresentationFormat>
  <Paragraphs>125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Public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2025-12-28T23:53:10Z</dcterms:modified>
</cp:coreProperties>
</file>