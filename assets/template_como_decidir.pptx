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8288000" cx="10287000"/>
  <p:notesSz cx="6858000" cy="9144000"/>
  <p:embeddedFontLst>
    <p:embeddedFont>
      <p:font typeface="Public Sans Medium"/>
      <p:regular r:id="rId21"/>
      <p:bold r:id="rId22"/>
      <p:italic r:id="rId23"/>
      <p:boldItalic r:id="rId24"/>
    </p:embeddedFont>
    <p:embeddedFont>
      <p:font typeface="Public Sans"/>
      <p:regular r:id="rId25"/>
      <p:bold r:id="rId26"/>
      <p:italic r:id="rId27"/>
      <p:boldItalic r:id="rId28"/>
    </p:embeddedFont>
    <p:embeddedFont>
      <p:font typeface="Archivo"/>
      <p:regular r:id="rId29"/>
      <p:bold r:id="rId30"/>
      <p:italic r:id="rId31"/>
      <p:boldItalic r:id="rId32"/>
    </p:embeddedFont>
    <p:embeddedFont>
      <p:font typeface="Public Sa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ublicSansMedium-bold.fntdata"/><Relationship Id="rId21" Type="http://schemas.openxmlformats.org/officeDocument/2006/relationships/font" Target="fonts/PublicSansMedium-regular.fntdata"/><Relationship Id="rId24" Type="http://schemas.openxmlformats.org/officeDocument/2006/relationships/font" Target="fonts/PublicSansMedium-boldItalic.fntdata"/><Relationship Id="rId23" Type="http://schemas.openxmlformats.org/officeDocument/2006/relationships/font" Target="fonts/Public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ublicSans-bold.fntdata"/><Relationship Id="rId25" Type="http://schemas.openxmlformats.org/officeDocument/2006/relationships/font" Target="fonts/PublicSans-regular.fntdata"/><Relationship Id="rId28" Type="http://schemas.openxmlformats.org/officeDocument/2006/relationships/font" Target="fonts/PublicSans-boldItalic.fntdata"/><Relationship Id="rId27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chiv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11" Type="http://schemas.openxmlformats.org/officeDocument/2006/relationships/slide" Target="slides/slide6.xml"/><Relationship Id="rId33" Type="http://schemas.openxmlformats.org/officeDocument/2006/relationships/font" Target="fonts/PublicSansLight-regular.fntdata"/><Relationship Id="rId10" Type="http://schemas.openxmlformats.org/officeDocument/2006/relationships/slide" Target="slides/slide5.xml"/><Relationship Id="rId32" Type="http://schemas.openxmlformats.org/officeDocument/2006/relationships/font" Target="fonts/Archivo-boldItalic.fntdata"/><Relationship Id="rId13" Type="http://schemas.openxmlformats.org/officeDocument/2006/relationships/slide" Target="slides/slide8.xml"/><Relationship Id="rId35" Type="http://schemas.openxmlformats.org/officeDocument/2006/relationships/font" Target="fonts/PublicSansLight-italic.fntdata"/><Relationship Id="rId12" Type="http://schemas.openxmlformats.org/officeDocument/2006/relationships/slide" Target="slides/slide7.xml"/><Relationship Id="rId34" Type="http://schemas.openxmlformats.org/officeDocument/2006/relationships/font" Target="fonts/PublicSansLigh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PublicSansLigh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5cb94d081_0_147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5cb94d08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5cb94d081_0_150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5cb94d08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5cb94d081_0_153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5cb94d08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5cb94d081_0_156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5cb94d08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5cb94d081_0_159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5cb94d08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cb94d081_0_162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5cb94d08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5cb94d081_0_165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5cb94d08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5cb94d081_0_168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5cb94d08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5cb94d081_0_171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5cb94d08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5cb94d081_0_174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5cb94d08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5cb94d081_0_177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5cb94d08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5cb94d081_0_180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d5cb94d08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5cb94d081_0_183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5cb94d08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5cb94d081_0_186:notes"/>
          <p:cNvSpPr/>
          <p:nvPr>
            <p:ph idx="2" type="sldImg"/>
          </p:nvPr>
        </p:nvSpPr>
        <p:spPr>
          <a:xfrm>
            <a:off x="2464894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5cb94d08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81597" y="3927153"/>
            <a:ext cx="73365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b="1" sz="3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39200" y="10609100"/>
            <a:ext cx="8208600" cy="58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&lt;&lt;Tu meta&gt;&gt;</a:t>
            </a:r>
            <a:endParaRPr sz="3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2321650" y="6738614"/>
            <a:ext cx="71685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</a:t>
            </a: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Importancia de la meta 1</a:t>
            </a: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946075" y="8479081"/>
            <a:ext cx="83016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Importancia de la meta 1&gt;&gt;</a:t>
            </a:r>
            <a:endParaRPr i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2321650" y="11318735"/>
            <a:ext cx="7168500" cy="15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&lt;&lt;Importancia de la meta 2&gt;&gt;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946075" y="13298759"/>
            <a:ext cx="83016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&lt;&lt;Texto Importancia de la meta 2&gt;&gt;</a:t>
            </a:r>
            <a:endParaRPr i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3074450" y="6176335"/>
            <a:ext cx="6198900" cy="28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&lt;&lt;Pensamientos 1&gt;&gt;</a:t>
            </a:r>
            <a:endParaRPr b="1" sz="4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1226900" y="10165950"/>
            <a:ext cx="8046600" cy="57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&lt;&lt;Texto Pensamientos 1&gt;&gt;</a:t>
            </a:r>
            <a:endParaRPr sz="40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2967750" y="1062120"/>
            <a:ext cx="6198900" cy="28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&lt;&lt;Pensamientos 2&gt;&gt;</a:t>
            </a:r>
            <a:endParaRPr b="1" sz="4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1120200" y="5051735"/>
            <a:ext cx="8046600" cy="57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&lt;&lt;Texto Pensamientos 2&gt;&gt;</a:t>
            </a:r>
            <a:endParaRPr sz="40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936800" y="5931575"/>
            <a:ext cx="841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&lt;&lt;Emociones&gt;&gt;</a:t>
            </a:r>
            <a:endParaRPr sz="4000">
              <a:solidFill>
                <a:srgbClr val="191B3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/>
        </p:nvSpPr>
        <p:spPr>
          <a:xfrm>
            <a:off x="810475" y="5457900"/>
            <a:ext cx="5976600" cy="3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&lt;&lt;Obstáculos&gt;&gt;</a:t>
            </a:r>
            <a:endParaRPr b="1" sz="4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2" name="Google Shape;102;p22"/>
          <p:cNvSpPr txBox="1"/>
          <p:nvPr/>
        </p:nvSpPr>
        <p:spPr>
          <a:xfrm>
            <a:off x="936800" y="5931575"/>
            <a:ext cx="841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&lt;&lt;Obst</a:t>
            </a: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áculos</a:t>
            </a: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&gt;&gt;</a:t>
            </a:r>
            <a:endParaRPr sz="4000">
              <a:solidFill>
                <a:srgbClr val="191B3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/>
        </p:nvSpPr>
        <p:spPr>
          <a:xfrm>
            <a:off x="936800" y="7006375"/>
            <a:ext cx="8417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B32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&lt;&lt;Fortalezas&gt;&gt;</a:t>
            </a:r>
            <a:endParaRPr sz="4000">
              <a:solidFill>
                <a:srgbClr val="191B32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2728875" y="6954367"/>
            <a:ext cx="63948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&lt;&lt;Ayuda 1&gt;&gt;</a:t>
            </a:r>
            <a:endParaRPr b="1" sz="3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1666725" y="8905867"/>
            <a:ext cx="8208600" cy="21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&lt;&lt;Texto Ayuda 1&gt;&gt;</a:t>
            </a:r>
            <a:endParaRPr i="1" sz="30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114" name="Google Shape;114;p24"/>
          <p:cNvSpPr txBox="1"/>
          <p:nvPr/>
        </p:nvSpPr>
        <p:spPr>
          <a:xfrm>
            <a:off x="2728950" y="11778644"/>
            <a:ext cx="6394800" cy="19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&lt;&lt;Ayuda 2&gt;&gt;</a:t>
            </a:r>
            <a:endParaRPr b="1" sz="3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5" name="Google Shape;115;p24"/>
          <p:cNvSpPr txBox="1"/>
          <p:nvPr/>
        </p:nvSpPr>
        <p:spPr>
          <a:xfrm>
            <a:off x="1666725" y="13706519"/>
            <a:ext cx="7457100" cy="25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&lt;&lt;Texto Ayuda 2&gt;&gt;</a:t>
            </a:r>
            <a:endParaRPr i="1" sz="30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/>
        </p:nvSpPr>
        <p:spPr>
          <a:xfrm>
            <a:off x="980925" y="6714823"/>
            <a:ext cx="8208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&lt;&lt;Paso 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980925" y="10543773"/>
            <a:ext cx="8208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&lt;&lt;Paso 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980925" y="14319202"/>
            <a:ext cx="8208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&lt;&lt;Paso 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