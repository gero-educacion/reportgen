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6" dt="2026-04-29T20:44:33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2222" y="101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30T13:33:13.314" v="64" actId="1076"/>
      <pc:docMkLst>
        <pc:docMk/>
      </pc:docMkLst>
      <pc:sldChg chg="modSp mod">
        <pc:chgData name="juani vila bach" userId="140d79d91c36b714" providerId="LiveId" clId="{681BBBA0-CB6B-4408-8383-25A2ECA50787}" dt="2026-04-30T13:33:13.314" v="64" actId="1076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3:13.314" v="64" actId="1076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30T13:32:32.873" v="61" actId="1035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1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2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3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4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5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5:29.205" v="60" actId="120"/>
        <pc:sldMkLst>
          <pc:docMk/>
          <pc:sldMk cId="0" sldId="260"/>
        </pc:sldMkLst>
        <pc:spChg chg="add del mod">
          <ac:chgData name="juani vila bach" userId="140d79d91c36b714" providerId="LiveId" clId="{681BBBA0-CB6B-4408-8383-25A2ECA50787}" dt="2026-04-29T20:43:09.289" v="39" actId="478"/>
          <ac:spMkLst>
            <pc:docMk/>
            <pc:sldMk cId="0" sldId="260"/>
            <ac:spMk id="2" creationId="{BD6AED9D-657A-0B87-F240-6ACC1E86BFB6}"/>
          </ac:spMkLst>
        </pc:spChg>
        <pc:spChg chg="mod">
          <ac:chgData name="juani vila bach" userId="140d79d91c36b714" providerId="LiveId" clId="{681BBBA0-CB6B-4408-8383-25A2ECA50787}" dt="2026-04-29T20:45:29.205" v="60" actId="120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30T13:32:44.495" v="62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2332255" y="7550584"/>
            <a:ext cx="5542189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38310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1230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16557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320800" y="10251440"/>
            <a:ext cx="7630160" cy="672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Public Sans Light</vt:lpstr>
      <vt:lpstr>TT Squares Black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2026-04-30T13:33:18Z</dcterms:modified>
</cp:coreProperties>
</file>