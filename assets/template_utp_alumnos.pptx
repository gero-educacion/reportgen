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6" dt="2026-04-29T20:44:33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2T21:52:18.081" v="74"/>
      <pc:docMkLst>
        <pc:docMk/>
      </pc:docMkLst>
      <pc:sldChg chg="modSp mod">
        <pc:chgData name="juani vila bach" userId="140d79d91c36b714" providerId="LiveId" clId="{681BBBA0-CB6B-4408-8383-25A2ECA50787}" dt="2026-04-30T19:26:19.805" v="66" actId="1076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9:26:19.805" v="66" actId="1076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2T21:52:18.081" v="74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2T21:52:18.081" v="74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5-12T21:52:00.094" v="72" actId="255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5-12T21:52:00.094" v="72" actId="255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</pc:sldChg>
      <pc:sldChg chg="addSp delSp modSp mod">
        <pc:chgData name="juani vila bach" userId="140d79d91c36b714" providerId="LiveId" clId="{681BBBA0-CB6B-4408-8383-25A2ECA50787}" dt="2026-04-29T20:45:29.205" v="60" actId="120"/>
        <pc:sldMkLst>
          <pc:docMk/>
          <pc:sldMk cId="0" sldId="260"/>
        </pc:sldMkLst>
        <pc:spChg chg="mod">
          <ac:chgData name="juani vila bach" userId="140d79d91c36b714" providerId="LiveId" clId="{681BBBA0-CB6B-4408-8383-25A2ECA50787}" dt="2026-04-29T20:45:29.205" v="60" actId="120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0:20.342" v="70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1843703" y="7550584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320800" y="10251440"/>
            <a:ext cx="7630160" cy="672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TT Squares Black</vt:lpstr>
      <vt:lpstr>Formular</vt:lpstr>
      <vt:lpstr>Public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3</cp:revision>
  <dcterms:modified xsi:type="dcterms:W3CDTF">2026-07-16T17:00:17Z</dcterms:modified>
</cp:coreProperties>
</file>