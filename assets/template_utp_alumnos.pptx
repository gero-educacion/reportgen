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6" dt="2026-04-29T20:44:33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774" y="-288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29T20:45:29.205" v="60" actId="120"/>
      <pc:docMkLst>
        <pc:docMk/>
      </pc:docMkLst>
      <pc:sldChg chg="modSp mod">
        <pc:chgData name="juani vila bach" userId="140d79d91c36b714" providerId="LiveId" clId="{681BBBA0-CB6B-4408-8383-25A2ECA50787}" dt="2026-04-29T20:41:50.291" v="23" actId="2711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5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2:08.448" v="28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9T20:42:08.448" v="28" actId="1036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4-29T20:42:08.448" v="28" actId="1036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4-29T20:42:08.448" v="28" actId="1036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1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2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3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4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5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5:29.205" v="60" actId="120"/>
        <pc:sldMkLst>
          <pc:docMk/>
          <pc:sldMk cId="0" sldId="260"/>
        </pc:sldMkLst>
        <pc:spChg chg="add del mod">
          <ac:chgData name="juani vila bach" userId="140d79d91c36b714" providerId="LiveId" clId="{681BBBA0-CB6B-4408-8383-25A2ECA50787}" dt="2026-04-29T20:43:09.289" v="39" actId="478"/>
          <ac:spMkLst>
            <pc:docMk/>
            <pc:sldMk cId="0" sldId="260"/>
            <ac:spMk id="2" creationId="{BD6AED9D-657A-0B87-F240-6ACC1E86BFB6}"/>
          </ac:spMkLst>
        </pc:spChg>
        <pc:spChg chg="mod">
          <ac:chgData name="juani vila bach" userId="140d79d91c36b714" providerId="LiveId" clId="{681BBBA0-CB6B-4408-8383-25A2ECA50787}" dt="2026-04-29T20:45:29.205" v="60" actId="120"/>
          <ac:spMkLst>
            <pc:docMk/>
            <pc:sldMk cId="0" sldId="260"/>
            <ac:spMk id="8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900175" y="7675275"/>
            <a:ext cx="8622900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42466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164605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2071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320800" y="10251440"/>
            <a:ext cx="7630160" cy="672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35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3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3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Public Sans Light</vt:lpstr>
      <vt:lpstr>TT Squares Black</vt:lpstr>
      <vt:lpstr>Formular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2026-04-29T20:45:37Z</dcterms:modified>
</cp:coreProperties>
</file>