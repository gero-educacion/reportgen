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0287000" cy="18288000"/>
  <p:notesSz cx="6858000" cy="9144000"/>
  <p:embeddedFontLst>
    <p:embeddedFont>
      <p:font typeface="Formular" panose="02000000000000000000" pitchFamily="2" charset="0"/>
      <p:regular r:id="rId11"/>
      <p:bold r:id="rId12"/>
    </p:embeddedFont>
    <p:embeddedFont>
      <p:font typeface="Public Sans Light" panose="020B0604020202020204" charset="0"/>
      <p:regular r:id="rId13"/>
      <p:bold r:id="rId14"/>
      <p:italic r:id="rId15"/>
      <p:boldItalic r:id="rId16"/>
    </p:embeddedFont>
    <p:embeddedFont>
      <p:font typeface="TT Squares Black" panose="02000505040000020003" pitchFamily="50" charset="0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760">
          <p15:clr>
            <a:srgbClr val="747775"/>
          </p15:clr>
        </p15:guide>
        <p15:guide id="2" pos="324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8747C2-82D1-4EF1-B2BE-7360204C626C}" v="6" dt="2026-04-29T20:44:33.0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2909" y="106"/>
      </p:cViewPr>
      <p:guideLst>
        <p:guide orient="horz" pos="5760"/>
        <p:guide pos="32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i vila bach" userId="140d79d91c36b714" providerId="LiveId" clId="{681BBBA0-CB6B-4408-8383-25A2ECA50787}"/>
    <pc:docChg chg="undo custSel modSld">
      <pc:chgData name="juani vila bach" userId="140d79d91c36b714" providerId="LiveId" clId="{681BBBA0-CB6B-4408-8383-25A2ECA50787}" dt="2026-05-11T19:20:20.342" v="70" actId="255"/>
      <pc:docMkLst>
        <pc:docMk/>
      </pc:docMkLst>
      <pc:sldChg chg="modSp mod">
        <pc:chgData name="juani vila bach" userId="140d79d91c36b714" providerId="LiveId" clId="{681BBBA0-CB6B-4408-8383-25A2ECA50787}" dt="2026-04-30T19:26:19.805" v="66" actId="1076"/>
        <pc:sldMkLst>
          <pc:docMk/>
          <pc:sldMk cId="0" sldId="258"/>
        </pc:sldMkLst>
        <pc:spChg chg="mod">
          <ac:chgData name="juani vila bach" userId="140d79d91c36b714" providerId="LiveId" clId="{681BBBA0-CB6B-4408-8383-25A2ECA50787}" dt="2026-04-29T20:41:50.291" v="23" actId="2711"/>
          <ac:spMkLst>
            <pc:docMk/>
            <pc:sldMk cId="0" sldId="258"/>
            <ac:spMk id="64" creationId="{00000000-0000-0000-0000-000000000000}"/>
          </ac:spMkLst>
        </pc:spChg>
        <pc:spChg chg="mod">
          <ac:chgData name="juani vila bach" userId="140d79d91c36b714" providerId="LiveId" clId="{681BBBA0-CB6B-4408-8383-25A2ECA50787}" dt="2026-04-29T20:41:50.291" v="23" actId="2711"/>
          <ac:spMkLst>
            <pc:docMk/>
            <pc:sldMk cId="0" sldId="258"/>
            <ac:spMk id="65" creationId="{00000000-0000-0000-0000-000000000000}"/>
          </ac:spMkLst>
        </pc:spChg>
        <pc:spChg chg="mod">
          <ac:chgData name="juani vila bach" userId="140d79d91c36b714" providerId="LiveId" clId="{681BBBA0-CB6B-4408-8383-25A2ECA50787}" dt="2026-04-30T19:26:19.805" v="66" actId="1076"/>
          <ac:spMkLst>
            <pc:docMk/>
            <pc:sldMk cId="0" sldId="258"/>
            <ac:spMk id="66" creationId="{00000000-0000-0000-0000-000000000000}"/>
          </ac:spMkLst>
        </pc:spChg>
      </pc:sldChg>
      <pc:sldChg chg="addSp delSp modSp mod">
        <pc:chgData name="juani vila bach" userId="140d79d91c36b714" providerId="LiveId" clId="{681BBBA0-CB6B-4408-8383-25A2ECA50787}" dt="2026-05-11T19:20:00.017" v="69" actId="1035"/>
        <pc:sldMkLst>
          <pc:docMk/>
          <pc:sldMk cId="0" sldId="259"/>
        </pc:sldMkLst>
        <pc:spChg chg="add mod">
          <ac:chgData name="juani vila bach" userId="140d79d91c36b714" providerId="LiveId" clId="{681BBBA0-CB6B-4408-8383-25A2ECA50787}" dt="2026-05-11T19:20:00.017" v="69" actId="1035"/>
          <ac:spMkLst>
            <pc:docMk/>
            <pc:sldMk cId="0" sldId="259"/>
            <ac:spMk id="2" creationId="{35FE0090-AC39-1702-7481-D60E0E0731F5}"/>
          </ac:spMkLst>
        </pc:spChg>
        <pc:spChg chg="add mod">
          <ac:chgData name="juani vila bach" userId="140d79d91c36b714" providerId="LiveId" clId="{681BBBA0-CB6B-4408-8383-25A2ECA50787}" dt="2026-04-29T19:05:27.229" v="1"/>
          <ac:spMkLst>
            <pc:docMk/>
            <pc:sldMk cId="0" sldId="259"/>
            <ac:spMk id="3" creationId="{A28FE153-0F8C-3F07-4710-1A0D561F20BF}"/>
          </ac:spMkLst>
        </pc:spChg>
        <pc:spChg chg="add mod">
          <ac:chgData name="juani vila bach" userId="140d79d91c36b714" providerId="LiveId" clId="{681BBBA0-CB6B-4408-8383-25A2ECA50787}" dt="2026-05-11T19:20:00.017" v="69" actId="1035"/>
          <ac:spMkLst>
            <pc:docMk/>
            <pc:sldMk cId="0" sldId="259"/>
            <ac:spMk id="4" creationId="{01EB8F01-133B-0FB6-394D-CF56B5149DAC}"/>
          </ac:spMkLst>
        </pc:spChg>
        <pc:spChg chg="add mod">
          <ac:chgData name="juani vila bach" userId="140d79d91c36b714" providerId="LiveId" clId="{681BBBA0-CB6B-4408-8383-25A2ECA50787}" dt="2026-04-29T19:05:27.229" v="1"/>
          <ac:spMkLst>
            <pc:docMk/>
            <pc:sldMk cId="0" sldId="259"/>
            <ac:spMk id="5" creationId="{EF1D2151-F37A-294E-C98C-F2DF43AB05D8}"/>
          </ac:spMkLst>
        </pc:spChg>
        <pc:spChg chg="add mod">
          <ac:chgData name="juani vila bach" userId="140d79d91c36b714" providerId="LiveId" clId="{681BBBA0-CB6B-4408-8383-25A2ECA50787}" dt="2026-05-11T19:20:00.017" v="69" actId="1035"/>
          <ac:spMkLst>
            <pc:docMk/>
            <pc:sldMk cId="0" sldId="259"/>
            <ac:spMk id="6" creationId="{5E8290D7-C3EB-1743-D72C-F0A6655D7FCF}"/>
          </ac:spMkLst>
        </pc:spChg>
        <pc:spChg chg="add mod">
          <ac:chgData name="juani vila bach" userId="140d79d91c36b714" providerId="LiveId" clId="{681BBBA0-CB6B-4408-8383-25A2ECA50787}" dt="2026-04-29T19:05:27.229" v="1"/>
          <ac:spMkLst>
            <pc:docMk/>
            <pc:sldMk cId="0" sldId="259"/>
            <ac:spMk id="7" creationId="{B8352233-FDDC-F12C-14EE-F1E2A8D65D59}"/>
          </ac:spMkLst>
        </pc:spChg>
      </pc:sldChg>
      <pc:sldChg chg="addSp delSp modSp mod">
        <pc:chgData name="juani vila bach" userId="140d79d91c36b714" providerId="LiveId" clId="{681BBBA0-CB6B-4408-8383-25A2ECA50787}" dt="2026-04-29T20:45:29.205" v="60" actId="120"/>
        <pc:sldMkLst>
          <pc:docMk/>
          <pc:sldMk cId="0" sldId="260"/>
        </pc:sldMkLst>
        <pc:spChg chg="mod">
          <ac:chgData name="juani vila bach" userId="140d79d91c36b714" providerId="LiveId" clId="{681BBBA0-CB6B-4408-8383-25A2ECA50787}" dt="2026-04-29T20:45:29.205" v="60" actId="120"/>
          <ac:spMkLst>
            <pc:docMk/>
            <pc:sldMk cId="0" sldId="260"/>
            <ac:spMk id="81" creationId="{00000000-0000-0000-0000-000000000000}"/>
          </ac:spMkLst>
        </pc:spChg>
      </pc:sldChg>
      <pc:sldChg chg="modSp mod">
        <pc:chgData name="juani vila bach" userId="140d79d91c36b714" providerId="LiveId" clId="{681BBBA0-CB6B-4408-8383-25A2ECA50787}" dt="2026-05-11T19:20:20.342" v="70" actId="255"/>
        <pc:sldMkLst>
          <pc:docMk/>
          <pc:sldMk cId="0" sldId="262"/>
        </pc:sldMkLst>
        <pc:spChg chg="mod">
          <ac:chgData name="juani vila bach" userId="140d79d91c36b714" providerId="LiveId" clId="{681BBBA0-CB6B-4408-8383-25A2ECA50787}" dt="2026-04-30T13:32:44.495" v="62" actId="255"/>
          <ac:spMkLst>
            <pc:docMk/>
            <pc:sldMk cId="0" sldId="262"/>
            <ac:spMk id="94" creationId="{00000000-0000-0000-0000-000000000000}"/>
          </ac:spMkLst>
        </pc:spChg>
        <pc:spChg chg="mod">
          <ac:chgData name="juani vila bach" userId="140d79d91c36b714" providerId="LiveId" clId="{681BBBA0-CB6B-4408-8383-25A2ECA50787}" dt="2026-05-11T19:20:20.342" v="70" actId="255"/>
          <ac:spMkLst>
            <pc:docMk/>
            <pc:sldMk cId="0" sldId="262"/>
            <ac:spMk id="95" creationId="{00000000-0000-0000-0000-000000000000}"/>
          </ac:spMkLst>
        </pc:spChg>
        <pc:spChg chg="mod">
          <ac:chgData name="juani vila bach" userId="140d79d91c36b714" providerId="LiveId" clId="{681BBBA0-CB6B-4408-8383-25A2ECA50787}" dt="2026-04-30T13:32:44.495" v="62" actId="255"/>
          <ac:spMkLst>
            <pc:docMk/>
            <pc:sldMk cId="0" sldId="262"/>
            <ac:spMk id="96" creationId="{00000000-0000-0000-0000-000000000000}"/>
          </ac:spMkLst>
        </pc:spChg>
        <pc:spChg chg="mod">
          <ac:chgData name="juani vila bach" userId="140d79d91c36b714" providerId="LiveId" clId="{681BBBA0-CB6B-4408-8383-25A2ECA50787}" dt="2026-05-11T19:20:20.342" v="70" actId="255"/>
          <ac:spMkLst>
            <pc:docMk/>
            <pc:sldMk cId="0" sldId="262"/>
            <ac:spMk id="97" creationId="{00000000-0000-0000-0000-000000000000}"/>
          </ac:spMkLst>
        </pc:spChg>
        <pc:spChg chg="mod">
          <ac:chgData name="juani vila bach" userId="140d79d91c36b714" providerId="LiveId" clId="{681BBBA0-CB6B-4408-8383-25A2ECA50787}" dt="2026-04-30T13:32:44.495" v="62" actId="255"/>
          <ac:spMkLst>
            <pc:docMk/>
            <pc:sldMk cId="0" sldId="262"/>
            <ac:spMk id="98" creationId="{00000000-0000-0000-0000-000000000000}"/>
          </ac:spMkLst>
        </pc:spChg>
        <pc:spChg chg="mod">
          <ac:chgData name="juani vila bach" userId="140d79d91c36b714" providerId="LiveId" clId="{681BBBA0-CB6B-4408-8383-25A2ECA50787}" dt="2026-05-11T19:20:20.342" v="70" actId="255"/>
          <ac:spMkLst>
            <pc:docMk/>
            <pc:sldMk cId="0" sldId="262"/>
            <ac:spMk id="99" creationId="{00000000-0000-0000-0000-000000000000}"/>
          </ac:spMkLst>
        </pc:spChg>
        <pc:spChg chg="mod">
          <ac:chgData name="juani vila bach" userId="140d79d91c36b714" providerId="LiveId" clId="{681BBBA0-CB6B-4408-8383-25A2ECA50787}" dt="2026-04-30T13:32:44.495" v="62" actId="255"/>
          <ac:spMkLst>
            <pc:docMk/>
            <pc:sldMk cId="0" sldId="262"/>
            <ac:spMk id="100" creationId="{00000000-0000-0000-0000-000000000000}"/>
          </ac:spMkLst>
        </pc:spChg>
        <pc:spChg chg="mod">
          <ac:chgData name="juani vila bach" userId="140d79d91c36b714" providerId="LiveId" clId="{681BBBA0-CB6B-4408-8383-25A2ECA50787}" dt="2026-05-11T19:20:20.342" v="70" actId="255"/>
          <ac:spMkLst>
            <pc:docMk/>
            <pc:sldMk cId="0" sldId="262"/>
            <ac:spMk id="10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5388" y="685800"/>
            <a:ext cx="1928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9d01f2fe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5388" y="685800"/>
            <a:ext cx="1928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9d01f2fe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d9d01f2fec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5388" y="685800"/>
            <a:ext cx="1928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d9d01f2fec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9d01f2fe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5388" y="685800"/>
            <a:ext cx="1928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9d01f2fe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9d01f2fec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5388" y="685800"/>
            <a:ext cx="1928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d9d01f2fec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9d01f2fec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5388" y="685800"/>
            <a:ext cx="1928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d9d01f2fec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9d01f2fe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5388" y="685800"/>
            <a:ext cx="1928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9d01f2fe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9d01f2fec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5388" y="685800"/>
            <a:ext cx="1928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d9d01f2fec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50672" y="2647378"/>
            <a:ext cx="9585600" cy="7298100"/>
          </a:xfrm>
          <a:prstGeom prst="rect">
            <a:avLst/>
          </a:prstGeom>
        </p:spPr>
        <p:txBody>
          <a:bodyPr spcFirstLastPara="1" wrap="square" lIns="176925" tIns="176925" rIns="176925" bIns="1769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1pPr>
            <a:lvl2pPr lvl="1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2pPr>
            <a:lvl3pPr lvl="2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3pPr>
            <a:lvl4pPr lvl="3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4pPr>
            <a:lvl5pPr lvl="4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5pPr>
            <a:lvl6pPr lvl="5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6pPr>
            <a:lvl7pPr lvl="6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7pPr>
            <a:lvl8pPr lvl="7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8pPr>
            <a:lvl9pPr lvl="8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50663" y="10076889"/>
            <a:ext cx="9585600" cy="28182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50663" y="7647467"/>
            <a:ext cx="9585600" cy="29931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1pPr>
            <a:lvl2pPr lvl="1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2pPr>
            <a:lvl3pPr lvl="2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3pPr>
            <a:lvl4pPr lvl="3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4pPr>
            <a:lvl5pPr lvl="4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5pPr>
            <a:lvl6pPr lvl="5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6pPr>
            <a:lvl7pPr lvl="6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7pPr>
            <a:lvl8pPr lvl="7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8pPr>
            <a:lvl9pPr lvl="8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1pPr>
            <a:lvl2pPr lvl="1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2pPr>
            <a:lvl3pPr lvl="2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3pPr>
            <a:lvl4pPr lvl="3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4pPr>
            <a:lvl5pPr lvl="4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5pPr>
            <a:lvl6pPr lvl="5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6pPr>
            <a:lvl7pPr lvl="6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7pPr>
            <a:lvl8pPr lvl="7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8pPr>
            <a:lvl9pPr lvl="8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50663" y="4097689"/>
            <a:ext cx="9585600" cy="121473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49791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1pPr>
            <a:lvl2pPr marL="914400" lvl="1" indent="-400638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2pPr>
            <a:lvl3pPr marL="1371600" lvl="2" indent="-400638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3pPr>
            <a:lvl4pPr marL="1828800" lvl="3" indent="-400638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4pPr>
            <a:lvl5pPr marL="2286000" lvl="4" indent="-400638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5pPr>
            <a:lvl6pPr marL="2743200" lvl="5" indent="-400638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6pPr>
            <a:lvl7pPr marL="3200400" lvl="6" indent="-400638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7pPr>
            <a:lvl8pPr marL="3657600" lvl="7" indent="-400638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8pPr>
            <a:lvl9pPr marL="4114800" lvl="8" indent="-400638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1pPr>
            <a:lvl2pPr lvl="1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2pPr>
            <a:lvl3pPr lvl="2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3pPr>
            <a:lvl4pPr lvl="3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4pPr>
            <a:lvl5pPr lvl="4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5pPr>
            <a:lvl6pPr lvl="5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6pPr>
            <a:lvl7pPr lvl="6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7pPr>
            <a:lvl8pPr lvl="7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8pPr>
            <a:lvl9pPr lvl="8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50663" y="4097689"/>
            <a:ext cx="4500000" cy="121473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00638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1pPr>
            <a:lvl2pPr marL="914400" lvl="1" indent="-376061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2pPr>
            <a:lvl3pPr marL="1371600" lvl="2" indent="-376061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3pPr>
            <a:lvl4pPr marL="1828800" lvl="3" indent="-376061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4pPr>
            <a:lvl5pPr marL="2286000" lvl="4" indent="-376061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5pPr>
            <a:lvl6pPr marL="2743200" lvl="5" indent="-376061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6pPr>
            <a:lvl7pPr marL="3200400" lvl="6" indent="-376061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7pPr>
            <a:lvl8pPr marL="3657600" lvl="7" indent="-376061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8pPr>
            <a:lvl9pPr marL="4114800" lvl="8" indent="-376061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5436450" y="4097689"/>
            <a:ext cx="4500000" cy="121473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00638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1pPr>
            <a:lvl2pPr marL="914400" lvl="1" indent="-376061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2pPr>
            <a:lvl3pPr marL="1371600" lvl="2" indent="-376061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3pPr>
            <a:lvl4pPr marL="1828800" lvl="3" indent="-376061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4pPr>
            <a:lvl5pPr marL="2286000" lvl="4" indent="-376061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5pPr>
            <a:lvl6pPr marL="2743200" lvl="5" indent="-376061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6pPr>
            <a:lvl7pPr marL="3200400" lvl="6" indent="-376061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7pPr>
            <a:lvl8pPr marL="3657600" lvl="7" indent="-376061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8pPr>
            <a:lvl9pPr marL="4114800" lvl="8" indent="-376061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1pPr>
            <a:lvl2pPr lvl="1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2pPr>
            <a:lvl3pPr lvl="2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3pPr>
            <a:lvl4pPr lvl="3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4pPr>
            <a:lvl5pPr lvl="4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5pPr>
            <a:lvl6pPr lvl="5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6pPr>
            <a:lvl7pPr lvl="6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7pPr>
            <a:lvl8pPr lvl="7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8pPr>
            <a:lvl9pPr lvl="8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50663" y="1975467"/>
            <a:ext cx="3159000" cy="2686800"/>
          </a:xfrm>
          <a:prstGeom prst="rect">
            <a:avLst/>
          </a:prstGeom>
        </p:spPr>
        <p:txBody>
          <a:bodyPr spcFirstLastPara="1" wrap="square" lIns="176925" tIns="176925" rIns="176925" bIns="1769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1pPr>
            <a:lvl2pPr lvl="1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2pPr>
            <a:lvl3pPr lvl="2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3pPr>
            <a:lvl4pPr lvl="3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4pPr>
            <a:lvl5pPr lvl="4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5pPr>
            <a:lvl6pPr lvl="5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6pPr>
            <a:lvl7pPr lvl="6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7pPr>
            <a:lvl8pPr lvl="7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8pPr>
            <a:lvl9pPr lvl="8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50663" y="4940800"/>
            <a:ext cx="3159000" cy="113046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376061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1pPr>
            <a:lvl2pPr marL="914400" lvl="1" indent="-376061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2pPr>
            <a:lvl3pPr marL="1371600" lvl="2" indent="-376061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3pPr>
            <a:lvl4pPr marL="1828800" lvl="3" indent="-376061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4pPr>
            <a:lvl5pPr marL="2286000" lvl="4" indent="-376061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5pPr>
            <a:lvl6pPr marL="2743200" lvl="5" indent="-376061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6pPr>
            <a:lvl7pPr marL="3200400" lvl="6" indent="-376061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7pPr>
            <a:lvl8pPr marL="3657600" lvl="7" indent="-376061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8pPr>
            <a:lvl9pPr marL="4114800" lvl="8" indent="-376061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551531" y="1600533"/>
            <a:ext cx="7163700" cy="145452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1pPr>
            <a:lvl2pPr lvl="1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2pPr>
            <a:lvl3pPr lvl="2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3pPr>
            <a:lvl4pPr lvl="3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4pPr>
            <a:lvl5pPr lvl="4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5pPr>
            <a:lvl6pPr lvl="5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6pPr>
            <a:lvl7pPr lvl="6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7pPr>
            <a:lvl8pPr lvl="7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8pPr>
            <a:lvl9pPr lvl="8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143500" y="-444"/>
            <a:ext cx="5143500" cy="1828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76925" tIns="176925" rIns="176925" bIns="1769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98688" y="4384622"/>
            <a:ext cx="4550700" cy="5270400"/>
          </a:xfrm>
          <a:prstGeom prst="rect">
            <a:avLst/>
          </a:prstGeom>
        </p:spPr>
        <p:txBody>
          <a:bodyPr spcFirstLastPara="1" wrap="square" lIns="176925" tIns="176925" rIns="176925" bIns="1769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1pPr>
            <a:lvl2pPr lvl="1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2pPr>
            <a:lvl3pPr lvl="2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3pPr>
            <a:lvl4pPr lvl="3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4pPr>
            <a:lvl5pPr lvl="4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5pPr>
            <a:lvl6pPr lvl="5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6pPr>
            <a:lvl7pPr lvl="6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7pPr>
            <a:lvl8pPr lvl="7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8pPr>
            <a:lvl9pPr lvl="8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98688" y="9966489"/>
            <a:ext cx="4550700" cy="43914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5556938" y="2574489"/>
            <a:ext cx="4316700" cy="131382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marL="457200" lvl="0" indent="-449791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1pPr>
            <a:lvl2pPr marL="914400" lvl="1" indent="-400638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2pPr>
            <a:lvl3pPr marL="1371600" lvl="2" indent="-400638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3pPr>
            <a:lvl4pPr marL="1828800" lvl="3" indent="-400638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4pPr>
            <a:lvl5pPr marL="2286000" lvl="4" indent="-400638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5pPr>
            <a:lvl6pPr marL="2743200" lvl="5" indent="-400638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6pPr>
            <a:lvl7pPr marL="3200400" lvl="6" indent="-400638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7pPr>
            <a:lvl8pPr marL="3657600" lvl="7" indent="-400638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8pPr>
            <a:lvl9pPr marL="4114800" lvl="8" indent="-400638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50663" y="15042044"/>
            <a:ext cx="6748800" cy="21516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3"/>
              <a:buNone/>
              <a:defRPr sz="3483"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50663" y="3932889"/>
            <a:ext cx="9585600" cy="6981300"/>
          </a:xfrm>
          <a:prstGeom prst="rect">
            <a:avLst/>
          </a:prstGeom>
        </p:spPr>
        <p:txBody>
          <a:bodyPr spcFirstLastPara="1" wrap="square" lIns="176925" tIns="176925" rIns="176925" bIns="1769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1pPr>
            <a:lvl2pPr lvl="1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2pPr>
            <a:lvl3pPr lvl="2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3pPr>
            <a:lvl4pPr lvl="3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4pPr>
            <a:lvl5pPr lvl="4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5pPr>
            <a:lvl6pPr lvl="5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6pPr>
            <a:lvl7pPr lvl="6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7pPr>
            <a:lvl8pPr lvl="7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8pPr>
            <a:lvl9pPr lvl="8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50663" y="11207911"/>
            <a:ext cx="9585600" cy="46251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49791" algn="ctr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1pPr>
            <a:lvl2pPr marL="914400" lvl="1" indent="-400638" algn="ctr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2pPr>
            <a:lvl3pPr marL="1371600" lvl="2" indent="-400638" algn="ctr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3pPr>
            <a:lvl4pPr marL="1828800" lvl="3" indent="-400638" algn="ctr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4pPr>
            <a:lvl5pPr marL="2286000" lvl="4" indent="-400638" algn="ctr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5pPr>
            <a:lvl6pPr marL="2743200" lvl="5" indent="-400638" algn="ctr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6pPr>
            <a:lvl7pPr marL="3200400" lvl="6" indent="-400638" algn="ctr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7pPr>
            <a:lvl8pPr marL="3657600" lvl="7" indent="-400638" algn="ctr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8pPr>
            <a:lvl9pPr marL="4114800" lvl="8" indent="-400638" algn="ctr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50663" y="4097689"/>
            <a:ext cx="9585600" cy="12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4979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83"/>
              <a:buChar char="●"/>
              <a:defRPr sz="3483">
                <a:solidFill>
                  <a:schemeClr val="dk2"/>
                </a:solidFill>
              </a:defRPr>
            </a:lvl1pPr>
            <a:lvl2pPr marL="914400" lvl="1" indent="-40063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○"/>
              <a:defRPr sz="2709">
                <a:solidFill>
                  <a:schemeClr val="dk2"/>
                </a:solidFill>
              </a:defRPr>
            </a:lvl2pPr>
            <a:lvl3pPr marL="1371600" lvl="2" indent="-40063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■"/>
              <a:defRPr sz="2709">
                <a:solidFill>
                  <a:schemeClr val="dk2"/>
                </a:solidFill>
              </a:defRPr>
            </a:lvl3pPr>
            <a:lvl4pPr marL="1828800" lvl="3" indent="-40063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●"/>
              <a:defRPr sz="2709">
                <a:solidFill>
                  <a:schemeClr val="dk2"/>
                </a:solidFill>
              </a:defRPr>
            </a:lvl4pPr>
            <a:lvl5pPr marL="2286000" lvl="4" indent="-40063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○"/>
              <a:defRPr sz="2709">
                <a:solidFill>
                  <a:schemeClr val="dk2"/>
                </a:solidFill>
              </a:defRPr>
            </a:lvl5pPr>
            <a:lvl6pPr marL="2743200" lvl="5" indent="-40063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■"/>
              <a:defRPr sz="2709">
                <a:solidFill>
                  <a:schemeClr val="dk2"/>
                </a:solidFill>
              </a:defRPr>
            </a:lvl6pPr>
            <a:lvl7pPr marL="3200400" lvl="6" indent="-40063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●"/>
              <a:defRPr sz="2709">
                <a:solidFill>
                  <a:schemeClr val="dk2"/>
                </a:solidFill>
              </a:defRPr>
            </a:lvl7pPr>
            <a:lvl8pPr marL="3657600" lvl="7" indent="-40063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○"/>
              <a:defRPr sz="2709">
                <a:solidFill>
                  <a:schemeClr val="dk2"/>
                </a:solidFill>
              </a:defRPr>
            </a:lvl8pPr>
            <a:lvl9pPr marL="4114800" lvl="8" indent="-40063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■"/>
              <a:defRPr sz="2709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 algn="r">
              <a:buNone/>
              <a:defRPr sz="1935">
                <a:solidFill>
                  <a:schemeClr val="dk2"/>
                </a:solidFill>
              </a:defRPr>
            </a:lvl1pPr>
            <a:lvl2pPr lvl="1" algn="r">
              <a:buNone/>
              <a:defRPr sz="1935">
                <a:solidFill>
                  <a:schemeClr val="dk2"/>
                </a:solidFill>
              </a:defRPr>
            </a:lvl2pPr>
            <a:lvl3pPr lvl="2" algn="r">
              <a:buNone/>
              <a:defRPr sz="1935">
                <a:solidFill>
                  <a:schemeClr val="dk2"/>
                </a:solidFill>
              </a:defRPr>
            </a:lvl3pPr>
            <a:lvl4pPr lvl="3" algn="r">
              <a:buNone/>
              <a:defRPr sz="1935">
                <a:solidFill>
                  <a:schemeClr val="dk2"/>
                </a:solidFill>
              </a:defRPr>
            </a:lvl4pPr>
            <a:lvl5pPr lvl="4" algn="r">
              <a:buNone/>
              <a:defRPr sz="1935">
                <a:solidFill>
                  <a:schemeClr val="dk2"/>
                </a:solidFill>
              </a:defRPr>
            </a:lvl5pPr>
            <a:lvl6pPr lvl="5" algn="r">
              <a:buNone/>
              <a:defRPr sz="1935">
                <a:solidFill>
                  <a:schemeClr val="dk2"/>
                </a:solidFill>
              </a:defRPr>
            </a:lvl6pPr>
            <a:lvl7pPr lvl="6" algn="r">
              <a:buNone/>
              <a:defRPr sz="1935">
                <a:solidFill>
                  <a:schemeClr val="dk2"/>
                </a:solidFill>
              </a:defRPr>
            </a:lvl7pPr>
            <a:lvl8pPr lvl="7" algn="r">
              <a:buNone/>
              <a:defRPr sz="1935">
                <a:solidFill>
                  <a:schemeClr val="dk2"/>
                </a:solidFill>
              </a:defRPr>
            </a:lvl8pPr>
            <a:lvl9pPr lvl="8" algn="r">
              <a:buNone/>
              <a:defRPr sz="1935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utp.edu.pe/ferias-carrera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722585" y="3601975"/>
            <a:ext cx="87585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83" b="1" dirty="0">
                <a:solidFill>
                  <a:schemeClr val="dk1"/>
                </a:solidFill>
                <a:latin typeface="Formular" panose="02000000000000000000" pitchFamily="2" charset="0"/>
                <a:ea typeface="Public Sans"/>
                <a:cs typeface="Public Sans"/>
                <a:sym typeface="Public Sans"/>
              </a:rPr>
              <a:t>&lt;&lt;</a:t>
            </a:r>
            <a:r>
              <a:rPr lang="es-419" sz="3483" b="1" dirty="0" err="1">
                <a:solidFill>
                  <a:schemeClr val="dk1"/>
                </a:solidFill>
                <a:latin typeface="Formular" panose="02000000000000000000" pitchFamily="2" charset="0"/>
                <a:ea typeface="Public Sans"/>
                <a:cs typeface="Public Sans"/>
                <a:sym typeface="Public Sans"/>
              </a:rPr>
              <a:t>nombre_estudiante</a:t>
            </a:r>
            <a:r>
              <a:rPr lang="es-419" sz="3483" b="1" dirty="0">
                <a:solidFill>
                  <a:schemeClr val="dk1"/>
                </a:solidFill>
                <a:latin typeface="Formular" panose="02000000000000000000" pitchFamily="2" charset="0"/>
                <a:ea typeface="Public Sans"/>
                <a:cs typeface="Public Sans"/>
                <a:sym typeface="Public Sans"/>
              </a:rPr>
              <a:t>&gt;&gt;</a:t>
            </a:r>
            <a:endParaRPr sz="3483" b="1" dirty="0">
              <a:solidFill>
                <a:schemeClr val="dk1"/>
              </a:solidFill>
              <a:latin typeface="Formular" panose="02000000000000000000" pitchFamily="2" charset="0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1467075" y="8731250"/>
            <a:ext cx="7357200" cy="72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600" dirty="0">
                <a:solidFill>
                  <a:schemeClr val="dk1"/>
                </a:solidFill>
                <a:latin typeface="Formular" panose="02000000000000000000" pitchFamily="2" charset="0"/>
                <a:ea typeface="Public Sans Light"/>
                <a:cs typeface="Public Sans Light"/>
                <a:sym typeface="Public Sans Light"/>
              </a:rPr>
              <a:t>&lt;&lt;intereses&gt;&gt;</a:t>
            </a:r>
            <a:endParaRPr sz="2600" dirty="0">
              <a:solidFill>
                <a:schemeClr val="dk1"/>
              </a:solidFill>
              <a:latin typeface="Formular" panose="02000000000000000000" pitchFamily="2" charset="0"/>
              <a:ea typeface="Public Sans Light"/>
              <a:cs typeface="Public Sans Light"/>
              <a:sym typeface="Public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/>
        </p:nvSpPr>
        <p:spPr>
          <a:xfrm>
            <a:off x="1355150" y="14231950"/>
            <a:ext cx="7496400" cy="11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dirty="0">
                <a:solidFill>
                  <a:schemeClr val="lt1"/>
                </a:solidFill>
                <a:latin typeface="Formular" panose="02000000000000000000" pitchFamily="2" charset="0"/>
                <a:ea typeface="Public Sans"/>
                <a:cs typeface="Public Sans"/>
                <a:sym typeface="Public Sans"/>
              </a:rPr>
              <a:t>&lt;&lt;holland_01&gt;&gt;</a:t>
            </a:r>
            <a:endParaRPr sz="2000" dirty="0">
              <a:solidFill>
                <a:schemeClr val="lt1"/>
              </a:solidFill>
              <a:latin typeface="Formular" panose="02000000000000000000" pitchFamily="2" charset="0"/>
              <a:ea typeface="Public Sans"/>
              <a:cs typeface="Public Sans"/>
              <a:sym typeface="Public Sans"/>
            </a:endParaRPr>
          </a:p>
        </p:txBody>
      </p:sp>
      <p:sp>
        <p:nvSpPr>
          <p:cNvPr id="65" name="Google Shape;65;p15"/>
          <p:cNvSpPr txBox="1"/>
          <p:nvPr/>
        </p:nvSpPr>
        <p:spPr>
          <a:xfrm>
            <a:off x="1355150" y="15732850"/>
            <a:ext cx="7496400" cy="11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 dirty="0">
                <a:solidFill>
                  <a:schemeClr val="lt1"/>
                </a:solidFill>
                <a:latin typeface="Formular" panose="02000000000000000000" pitchFamily="2" charset="0"/>
                <a:ea typeface="Public Sans"/>
                <a:cs typeface="Public Sans"/>
                <a:sym typeface="Public Sans"/>
              </a:rPr>
              <a:t>&lt;&lt;holland_02&gt;&gt;</a:t>
            </a:r>
            <a:endParaRPr sz="2000" dirty="0">
              <a:solidFill>
                <a:schemeClr val="lt1"/>
              </a:solidFill>
              <a:latin typeface="Formular" panose="02000000000000000000" pitchFamily="2" charset="0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Formular" panose="02000000000000000000" pitchFamily="2" charset="0"/>
              <a:ea typeface="Public Sans"/>
              <a:cs typeface="Public Sans"/>
              <a:sym typeface="Public Sans"/>
            </a:endParaRPr>
          </a:p>
        </p:txBody>
      </p:sp>
      <p:sp>
        <p:nvSpPr>
          <p:cNvPr id="66" name="Google Shape;66;p15"/>
          <p:cNvSpPr txBox="1"/>
          <p:nvPr/>
        </p:nvSpPr>
        <p:spPr>
          <a:xfrm>
            <a:off x="1843703" y="7550584"/>
            <a:ext cx="6519294" cy="48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983" dirty="0">
                <a:solidFill>
                  <a:srgbClr val="595959"/>
                </a:solidFill>
                <a:latin typeface="Formular" panose="02000000000000000000" pitchFamily="2" charset="0"/>
                <a:ea typeface="Public Sans Light"/>
                <a:cs typeface="Public Sans Light"/>
                <a:sym typeface="Public Sans Light"/>
              </a:rPr>
              <a:t>&lt;&lt;URL GRAFICO HOLLAND&gt;&gt;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1;p16">
            <a:extLst>
              <a:ext uri="{FF2B5EF4-FFF2-40B4-BE49-F238E27FC236}">
                <a16:creationId xmlns:a16="http://schemas.microsoft.com/office/drawing/2014/main" id="{35FE0090-AC39-1702-7481-D60E0E0731F5}"/>
              </a:ext>
            </a:extLst>
          </p:cNvPr>
          <p:cNvSpPr txBox="1"/>
          <p:nvPr/>
        </p:nvSpPr>
        <p:spPr>
          <a:xfrm>
            <a:off x="1450475" y="9329315"/>
            <a:ext cx="7357200" cy="15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-419" sz="1600" dirty="0">
                <a:solidFill>
                  <a:schemeClr val="dk1"/>
                </a:solidFill>
                <a:latin typeface="Formular" panose="02000000000000000000" pitchFamily="2" charset="0"/>
                <a:ea typeface="Public Sans Light"/>
                <a:cs typeface="Public Sans Light"/>
                <a:sym typeface="Public Sans Light"/>
              </a:rPr>
              <a:t>&lt;&lt;gardner_01_desc&gt;&gt;</a:t>
            </a:r>
            <a:endParaRPr sz="1600" dirty="0">
              <a:solidFill>
                <a:schemeClr val="dk1"/>
              </a:solidFill>
              <a:latin typeface="Formular" panose="02000000000000000000" pitchFamily="2" charset="0"/>
              <a:ea typeface="Public Sans Light"/>
              <a:cs typeface="Public Sans Light"/>
              <a:sym typeface="Public Sans Ligh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1600" dirty="0">
              <a:solidFill>
                <a:schemeClr val="dk1"/>
              </a:solidFill>
              <a:latin typeface="Formular" panose="02000000000000000000" pitchFamily="2" charset="0"/>
              <a:ea typeface="Public Sans Light"/>
              <a:cs typeface="Public Sans Light"/>
              <a:sym typeface="Public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1600" dirty="0">
              <a:solidFill>
                <a:schemeClr val="dk2"/>
              </a:solidFill>
              <a:latin typeface="Formular" panose="02000000000000000000" pitchFamily="2" charset="0"/>
              <a:ea typeface="Public Sans Light"/>
              <a:cs typeface="Public Sans Light"/>
              <a:sym typeface="Public Sans Light"/>
            </a:endParaRPr>
          </a:p>
        </p:txBody>
      </p:sp>
      <p:sp>
        <p:nvSpPr>
          <p:cNvPr id="3" name="Google Shape;72;p16">
            <a:extLst>
              <a:ext uri="{FF2B5EF4-FFF2-40B4-BE49-F238E27FC236}">
                <a16:creationId xmlns:a16="http://schemas.microsoft.com/office/drawing/2014/main" id="{A28FE153-0F8C-3F07-4710-1A0D561F20BF}"/>
              </a:ext>
            </a:extLst>
          </p:cNvPr>
          <p:cNvSpPr txBox="1"/>
          <p:nvPr/>
        </p:nvSpPr>
        <p:spPr>
          <a:xfrm>
            <a:off x="1450475" y="8846724"/>
            <a:ext cx="7357200" cy="4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-419" sz="2150" b="1" dirty="0">
                <a:solidFill>
                  <a:schemeClr val="dk1"/>
                </a:solidFill>
                <a:latin typeface="TT Squares Black" panose="02000505040000020003" pitchFamily="50" charset="0"/>
                <a:ea typeface="Public Sans"/>
                <a:cs typeface="Public Sans"/>
                <a:sym typeface="Public Sans"/>
              </a:rPr>
              <a:t>&lt;&lt;gardner_01&gt;&gt;</a:t>
            </a:r>
            <a:endParaRPr sz="2150" b="1" dirty="0">
              <a:solidFill>
                <a:schemeClr val="dk1"/>
              </a:solidFill>
              <a:latin typeface="TT Squares Black" panose="02000505040000020003" pitchFamily="50" charset="0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2150" b="1" dirty="0">
              <a:solidFill>
                <a:schemeClr val="dk1"/>
              </a:solidFill>
              <a:latin typeface="TT Squares Black" panose="02000505040000020003" pitchFamily="50" charset="0"/>
              <a:ea typeface="Public Sans"/>
              <a:cs typeface="Public Sans"/>
              <a:sym typeface="Public Sans"/>
            </a:endParaRPr>
          </a:p>
        </p:txBody>
      </p:sp>
      <p:sp>
        <p:nvSpPr>
          <p:cNvPr id="4" name="Google Shape;73;p16">
            <a:extLst>
              <a:ext uri="{FF2B5EF4-FFF2-40B4-BE49-F238E27FC236}">
                <a16:creationId xmlns:a16="http://schemas.microsoft.com/office/drawing/2014/main" id="{01EB8F01-133B-0FB6-394D-CF56B5149DAC}"/>
              </a:ext>
            </a:extLst>
          </p:cNvPr>
          <p:cNvSpPr txBox="1"/>
          <p:nvPr/>
        </p:nvSpPr>
        <p:spPr>
          <a:xfrm>
            <a:off x="1450475" y="12069253"/>
            <a:ext cx="7357200" cy="15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-419" sz="1600" dirty="0">
                <a:solidFill>
                  <a:schemeClr val="dk1"/>
                </a:solidFill>
                <a:latin typeface="Formular" panose="02000000000000000000" pitchFamily="2" charset="0"/>
                <a:ea typeface="Public Sans Light"/>
                <a:cs typeface="Public Sans Light"/>
                <a:sym typeface="Public Sans Light"/>
              </a:rPr>
              <a:t>&lt;&lt;gardner_02_desc&gt;&gt;</a:t>
            </a:r>
            <a:endParaRPr sz="1600" dirty="0">
              <a:solidFill>
                <a:schemeClr val="dk1"/>
              </a:solidFill>
              <a:latin typeface="Formular" panose="02000000000000000000" pitchFamily="2" charset="0"/>
              <a:ea typeface="Public Sans Light"/>
              <a:cs typeface="Public Sans Light"/>
              <a:sym typeface="Public Sans Ligh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1600" dirty="0">
              <a:solidFill>
                <a:schemeClr val="dk1"/>
              </a:solidFill>
              <a:latin typeface="Formular" panose="02000000000000000000" pitchFamily="2" charset="0"/>
              <a:ea typeface="Public Sans Light"/>
              <a:cs typeface="Public Sans Light"/>
              <a:sym typeface="Public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1600" dirty="0">
              <a:solidFill>
                <a:schemeClr val="dk2"/>
              </a:solidFill>
              <a:latin typeface="Formular" panose="02000000000000000000" pitchFamily="2" charset="0"/>
              <a:ea typeface="Public Sans Light"/>
              <a:cs typeface="Public Sans Light"/>
              <a:sym typeface="Public Sans Light"/>
            </a:endParaRPr>
          </a:p>
        </p:txBody>
      </p:sp>
      <p:sp>
        <p:nvSpPr>
          <p:cNvPr id="5" name="Google Shape;74;p16">
            <a:extLst>
              <a:ext uri="{FF2B5EF4-FFF2-40B4-BE49-F238E27FC236}">
                <a16:creationId xmlns:a16="http://schemas.microsoft.com/office/drawing/2014/main" id="{EF1D2151-F37A-294E-C98C-F2DF43AB05D8}"/>
              </a:ext>
            </a:extLst>
          </p:cNvPr>
          <p:cNvSpPr txBox="1"/>
          <p:nvPr/>
        </p:nvSpPr>
        <p:spPr>
          <a:xfrm>
            <a:off x="1464900" y="11586662"/>
            <a:ext cx="7357200" cy="4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-419" sz="2150" b="1" dirty="0">
                <a:solidFill>
                  <a:schemeClr val="dk1"/>
                </a:solidFill>
                <a:latin typeface="TT Squares Black" panose="02000505040000020003" pitchFamily="50" charset="0"/>
                <a:ea typeface="Public Sans"/>
                <a:cs typeface="Public Sans"/>
                <a:sym typeface="Public Sans"/>
              </a:rPr>
              <a:t>&lt;&lt;gardner_02&gt;&gt;</a:t>
            </a:r>
            <a:endParaRPr sz="2150" b="1" dirty="0">
              <a:solidFill>
                <a:schemeClr val="dk1"/>
              </a:solidFill>
              <a:latin typeface="TT Squares Black" panose="02000505040000020003" pitchFamily="50" charset="0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2150" b="1" dirty="0">
              <a:solidFill>
                <a:schemeClr val="dk1"/>
              </a:solidFill>
              <a:latin typeface="TT Squares Black" panose="02000505040000020003" pitchFamily="50" charset="0"/>
              <a:ea typeface="Public Sans"/>
              <a:cs typeface="Public Sans"/>
              <a:sym typeface="Public Sans"/>
            </a:endParaRPr>
          </a:p>
        </p:txBody>
      </p:sp>
      <p:sp>
        <p:nvSpPr>
          <p:cNvPr id="6" name="Google Shape;75;p16">
            <a:extLst>
              <a:ext uri="{FF2B5EF4-FFF2-40B4-BE49-F238E27FC236}">
                <a16:creationId xmlns:a16="http://schemas.microsoft.com/office/drawing/2014/main" id="{5E8290D7-C3EB-1743-D72C-F0A6655D7FCF}"/>
              </a:ext>
            </a:extLst>
          </p:cNvPr>
          <p:cNvSpPr txBox="1"/>
          <p:nvPr/>
        </p:nvSpPr>
        <p:spPr>
          <a:xfrm>
            <a:off x="1450475" y="15111789"/>
            <a:ext cx="7357200" cy="15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-419" sz="1600" dirty="0">
                <a:solidFill>
                  <a:schemeClr val="dk1"/>
                </a:solidFill>
                <a:latin typeface="Formular" panose="02000000000000000000" pitchFamily="2" charset="0"/>
                <a:ea typeface="Public Sans Light"/>
                <a:cs typeface="Public Sans Light"/>
                <a:sym typeface="Public Sans Light"/>
              </a:rPr>
              <a:t>&lt;&lt;gardner_03_desc&gt;&gt;</a:t>
            </a:r>
            <a:endParaRPr sz="1600" dirty="0">
              <a:solidFill>
                <a:schemeClr val="dk1"/>
              </a:solidFill>
              <a:latin typeface="Formular" panose="02000000000000000000" pitchFamily="2" charset="0"/>
              <a:ea typeface="Public Sans Light"/>
              <a:cs typeface="Public Sans Light"/>
              <a:sym typeface="Public Sans Ligh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1600" dirty="0">
              <a:solidFill>
                <a:schemeClr val="dk1"/>
              </a:solidFill>
              <a:latin typeface="Formular" panose="02000000000000000000" pitchFamily="2" charset="0"/>
              <a:ea typeface="Public Sans Light"/>
              <a:cs typeface="Public Sans Light"/>
              <a:sym typeface="Public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1600" dirty="0">
              <a:solidFill>
                <a:schemeClr val="dk2"/>
              </a:solidFill>
              <a:latin typeface="Formular" panose="02000000000000000000" pitchFamily="2" charset="0"/>
              <a:ea typeface="Public Sans Light"/>
              <a:cs typeface="Public Sans Light"/>
              <a:sym typeface="Public Sans Light"/>
            </a:endParaRPr>
          </a:p>
        </p:txBody>
      </p:sp>
      <p:sp>
        <p:nvSpPr>
          <p:cNvPr id="7" name="Google Shape;76;p16">
            <a:extLst>
              <a:ext uri="{FF2B5EF4-FFF2-40B4-BE49-F238E27FC236}">
                <a16:creationId xmlns:a16="http://schemas.microsoft.com/office/drawing/2014/main" id="{B8352233-FDDC-F12C-14EE-F1E2A8D65D59}"/>
              </a:ext>
            </a:extLst>
          </p:cNvPr>
          <p:cNvSpPr txBox="1"/>
          <p:nvPr/>
        </p:nvSpPr>
        <p:spPr>
          <a:xfrm>
            <a:off x="1450475" y="14629198"/>
            <a:ext cx="7357200" cy="4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-419" sz="2150" b="1" dirty="0">
                <a:solidFill>
                  <a:schemeClr val="dk1"/>
                </a:solidFill>
                <a:latin typeface="TT Squares Black" panose="02000505040000020003" pitchFamily="50" charset="0"/>
                <a:ea typeface="Public Sans"/>
                <a:cs typeface="Public Sans"/>
                <a:sym typeface="Public Sans"/>
              </a:rPr>
              <a:t>&lt;&lt;gardner_03&gt;&gt;</a:t>
            </a:r>
            <a:endParaRPr sz="2150" b="1" dirty="0">
              <a:solidFill>
                <a:schemeClr val="dk1"/>
              </a:solidFill>
              <a:latin typeface="TT Squares Black" panose="02000505040000020003" pitchFamily="50" charset="0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2150" b="1" dirty="0">
              <a:solidFill>
                <a:schemeClr val="dk1"/>
              </a:solidFill>
              <a:latin typeface="TT Squares Black" panose="02000505040000020003" pitchFamily="50" charset="0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/>
        </p:nvSpPr>
        <p:spPr>
          <a:xfrm>
            <a:off x="1320800" y="10251440"/>
            <a:ext cx="7630160" cy="672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-419" sz="2400" dirty="0">
                <a:solidFill>
                  <a:schemeClr val="lt1"/>
                </a:solidFill>
                <a:latin typeface="Formular" panose="02000000000000000000" pitchFamily="2" charset="0"/>
                <a:ea typeface="Public Sans"/>
                <a:cs typeface="Public Sans"/>
                <a:sym typeface="Public Sans"/>
              </a:rPr>
              <a:t>&lt;&lt;</a:t>
            </a:r>
            <a:r>
              <a:rPr lang="es-419" sz="2400" dirty="0" err="1">
                <a:solidFill>
                  <a:schemeClr val="lt1"/>
                </a:solidFill>
                <a:latin typeface="Formular" panose="02000000000000000000" pitchFamily="2" charset="0"/>
                <a:ea typeface="Public Sans"/>
                <a:cs typeface="Public Sans"/>
                <a:sym typeface="Public Sans"/>
              </a:rPr>
              <a:t>abstracto_desc</a:t>
            </a:r>
            <a:r>
              <a:rPr lang="es-419" sz="2400" dirty="0">
                <a:solidFill>
                  <a:schemeClr val="lt1"/>
                </a:solidFill>
                <a:latin typeface="Formular" panose="02000000000000000000" pitchFamily="2" charset="0"/>
                <a:ea typeface="Public Sans"/>
                <a:cs typeface="Public Sans"/>
                <a:sym typeface="Public Sans"/>
              </a:rPr>
              <a:t>&gt;&gt;</a:t>
            </a:r>
          </a:p>
          <a:p>
            <a:pPr marL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lang="es-419" sz="2400" dirty="0">
              <a:solidFill>
                <a:schemeClr val="lt1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2400" dirty="0">
              <a:solidFill>
                <a:schemeClr val="lt1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/>
        </p:nvSpPr>
        <p:spPr>
          <a:xfrm>
            <a:off x="743331" y="4459450"/>
            <a:ext cx="8743200" cy="15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-419" sz="2000" dirty="0">
                <a:solidFill>
                  <a:schemeClr val="dk1"/>
                </a:solidFill>
                <a:latin typeface="Formular" panose="02000000000000000000" pitchFamily="2" charset="0"/>
                <a:ea typeface="Public Sans Light"/>
                <a:cs typeface="Public Sans Light"/>
                <a:sym typeface="Public Sans Light"/>
              </a:rPr>
              <a:t>&lt;&lt;perseverancia_01&gt;&gt;</a:t>
            </a:r>
            <a:endParaRPr sz="2000" dirty="0">
              <a:solidFill>
                <a:schemeClr val="dk1"/>
              </a:solidFill>
              <a:latin typeface="Formular" panose="02000000000000000000" pitchFamily="2" charset="0"/>
              <a:ea typeface="Public Sans Light"/>
              <a:cs typeface="Public Sans Light"/>
              <a:sym typeface="Public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1850" dirty="0">
              <a:solidFill>
                <a:schemeClr val="dk1"/>
              </a:solidFill>
              <a:latin typeface="Formular" panose="02000000000000000000" pitchFamily="2" charset="0"/>
              <a:ea typeface="Public Sans Light"/>
              <a:cs typeface="Public Sans Light"/>
              <a:sym typeface="Public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1850" dirty="0">
              <a:solidFill>
                <a:schemeClr val="dk2"/>
              </a:solidFill>
              <a:latin typeface="Formular" panose="02000000000000000000" pitchFamily="2" charset="0"/>
              <a:ea typeface="Public Sans Light"/>
              <a:cs typeface="Public Sans Light"/>
              <a:sym typeface="Public Sans Light"/>
            </a:endParaRPr>
          </a:p>
        </p:txBody>
      </p:sp>
      <p:sp>
        <p:nvSpPr>
          <p:cNvPr id="87" name="Google Shape;87;p18"/>
          <p:cNvSpPr txBox="1"/>
          <p:nvPr/>
        </p:nvSpPr>
        <p:spPr>
          <a:xfrm>
            <a:off x="743331" y="6056650"/>
            <a:ext cx="8743200" cy="15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-419" sz="2000" b="1" dirty="0">
                <a:solidFill>
                  <a:schemeClr val="dk1"/>
                </a:solidFill>
                <a:latin typeface="Formular" panose="02000000000000000000" pitchFamily="2" charset="0"/>
                <a:ea typeface="Public Sans"/>
                <a:cs typeface="Public Sans"/>
                <a:sym typeface="Public Sans"/>
              </a:rPr>
              <a:t>&lt;&lt;perseverancia_02&gt;&gt;</a:t>
            </a:r>
            <a:endParaRPr sz="2000" b="1" dirty="0">
              <a:solidFill>
                <a:schemeClr val="dk1"/>
              </a:solidFill>
              <a:latin typeface="Formular" panose="02000000000000000000" pitchFamily="2" charset="0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2000" b="1" dirty="0">
              <a:solidFill>
                <a:schemeClr val="dk1"/>
              </a:solidFill>
              <a:latin typeface="Formular" panose="02000000000000000000" pitchFamily="2" charset="0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1850" b="1" dirty="0">
              <a:solidFill>
                <a:schemeClr val="dk1"/>
              </a:solidFill>
              <a:latin typeface="Formular" panose="02000000000000000000" pitchFamily="2" charset="0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1850" b="1" dirty="0">
              <a:solidFill>
                <a:schemeClr val="dk2"/>
              </a:solidFill>
              <a:latin typeface="Formular" panose="02000000000000000000" pitchFamily="2" charset="0"/>
              <a:ea typeface="Public Sans"/>
              <a:cs typeface="Public Sans"/>
              <a:sym typeface="Public Sans"/>
            </a:endParaRPr>
          </a:p>
        </p:txBody>
      </p:sp>
      <p:sp>
        <p:nvSpPr>
          <p:cNvPr id="88" name="Google Shape;88;p18"/>
          <p:cNvSpPr txBox="1"/>
          <p:nvPr/>
        </p:nvSpPr>
        <p:spPr>
          <a:xfrm>
            <a:off x="743331" y="13153550"/>
            <a:ext cx="8743200" cy="15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-419" sz="2000" dirty="0">
                <a:solidFill>
                  <a:schemeClr val="dk1"/>
                </a:solidFill>
                <a:latin typeface="Formular" panose="02000000000000000000" pitchFamily="2" charset="0"/>
                <a:ea typeface="Public Sans Light"/>
                <a:cs typeface="Public Sans Light"/>
                <a:sym typeface="Public Sans Light"/>
              </a:rPr>
              <a:t>&lt;&lt;emocional_01&gt;&gt;</a:t>
            </a:r>
            <a:endParaRPr sz="2000" dirty="0">
              <a:solidFill>
                <a:schemeClr val="dk1"/>
              </a:solidFill>
              <a:latin typeface="Formular" panose="02000000000000000000" pitchFamily="2" charset="0"/>
              <a:ea typeface="Public Sans Light"/>
              <a:cs typeface="Public Sans Light"/>
              <a:sym typeface="Public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2000" dirty="0">
              <a:solidFill>
                <a:schemeClr val="dk1"/>
              </a:solidFill>
              <a:latin typeface="Formular" panose="02000000000000000000" pitchFamily="2" charset="0"/>
              <a:ea typeface="Public Sans Light"/>
              <a:cs typeface="Public Sans Light"/>
              <a:sym typeface="Public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1850" dirty="0">
              <a:solidFill>
                <a:schemeClr val="dk1"/>
              </a:solidFill>
              <a:latin typeface="Formular" panose="02000000000000000000" pitchFamily="2" charset="0"/>
              <a:ea typeface="Public Sans Light"/>
              <a:cs typeface="Public Sans Light"/>
              <a:sym typeface="Public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1850" dirty="0">
              <a:solidFill>
                <a:schemeClr val="dk2"/>
              </a:solidFill>
              <a:latin typeface="Formular" panose="02000000000000000000" pitchFamily="2" charset="0"/>
              <a:ea typeface="Public Sans Light"/>
              <a:cs typeface="Public Sans Light"/>
              <a:sym typeface="Public Sans Light"/>
            </a:endParaRPr>
          </a:p>
        </p:txBody>
      </p:sp>
      <p:sp>
        <p:nvSpPr>
          <p:cNvPr id="89" name="Google Shape;89;p18"/>
          <p:cNvSpPr txBox="1"/>
          <p:nvPr/>
        </p:nvSpPr>
        <p:spPr>
          <a:xfrm>
            <a:off x="743325" y="15135799"/>
            <a:ext cx="8743200" cy="19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-419" sz="2000" b="1" dirty="0">
                <a:solidFill>
                  <a:schemeClr val="dk1"/>
                </a:solidFill>
                <a:latin typeface="Formular" panose="02000000000000000000" pitchFamily="2" charset="0"/>
                <a:ea typeface="Public Sans"/>
                <a:cs typeface="Public Sans"/>
                <a:sym typeface="Public Sans"/>
              </a:rPr>
              <a:t>&lt;&lt;emocional_02&gt;&gt;</a:t>
            </a:r>
            <a:endParaRPr sz="2000" b="1" dirty="0">
              <a:solidFill>
                <a:schemeClr val="dk1"/>
              </a:solidFill>
              <a:latin typeface="Formular" panose="02000000000000000000" pitchFamily="2" charset="0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2000" b="1" dirty="0">
              <a:solidFill>
                <a:schemeClr val="dk1"/>
              </a:solidFill>
              <a:latin typeface="Formular" panose="02000000000000000000" pitchFamily="2" charset="0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1850" b="1" dirty="0">
              <a:solidFill>
                <a:schemeClr val="dk1"/>
              </a:solidFill>
              <a:latin typeface="Formular" panose="02000000000000000000" pitchFamily="2" charset="0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1850" b="1" dirty="0">
              <a:solidFill>
                <a:schemeClr val="dk2"/>
              </a:solidFill>
              <a:latin typeface="Formular" panose="02000000000000000000" pitchFamily="2" charset="0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/>
        </p:nvSpPr>
        <p:spPr>
          <a:xfrm>
            <a:off x="2180050" y="6255425"/>
            <a:ext cx="7357200" cy="7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-419" sz="2600" b="1" dirty="0">
                <a:solidFill>
                  <a:schemeClr val="dk1"/>
                </a:solidFill>
                <a:latin typeface="TT Squares Black" panose="02000505040000020003" pitchFamily="50" charset="0"/>
                <a:ea typeface="Public Sans"/>
                <a:cs typeface="Public Sans"/>
                <a:sym typeface="Public Sans"/>
              </a:rPr>
              <a:t>&lt;&lt;CARRERA_01&gt;&gt;</a:t>
            </a:r>
            <a:endParaRPr sz="2600" b="1" dirty="0">
              <a:solidFill>
                <a:schemeClr val="dk1"/>
              </a:solidFill>
              <a:latin typeface="TT Squares Black" panose="02000505040000020003" pitchFamily="50" charset="0"/>
              <a:ea typeface="Public Sans"/>
              <a:cs typeface="Public Sans"/>
              <a:sym typeface="Public Sans"/>
            </a:endParaRPr>
          </a:p>
        </p:txBody>
      </p:sp>
      <p:sp>
        <p:nvSpPr>
          <p:cNvPr id="95" name="Google Shape;95;p19"/>
          <p:cNvSpPr txBox="1"/>
          <p:nvPr/>
        </p:nvSpPr>
        <p:spPr>
          <a:xfrm>
            <a:off x="744300" y="7206925"/>
            <a:ext cx="8793000" cy="11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-419" sz="1600" dirty="0">
                <a:solidFill>
                  <a:schemeClr val="dk1"/>
                </a:solidFill>
                <a:latin typeface="Formular" panose="02000000000000000000" pitchFamily="2" charset="0"/>
                <a:ea typeface="Public Sans Light"/>
                <a:cs typeface="Public Sans Light"/>
                <a:sym typeface="Public Sans Light"/>
              </a:rPr>
              <a:t>&lt;&lt;carrera_01_desc&gt;&gt;</a:t>
            </a:r>
            <a:endParaRPr sz="1600" dirty="0">
              <a:solidFill>
                <a:schemeClr val="dk1"/>
              </a:solidFill>
              <a:latin typeface="Formular" panose="02000000000000000000" pitchFamily="2" charset="0"/>
              <a:ea typeface="Public Sans Light"/>
              <a:cs typeface="Public Sans Light"/>
              <a:sym typeface="Public Sans Ligh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1600" dirty="0">
              <a:solidFill>
                <a:schemeClr val="dk1"/>
              </a:solidFill>
              <a:latin typeface="Formular" panose="02000000000000000000" pitchFamily="2" charset="0"/>
              <a:ea typeface="Public Sans Light"/>
              <a:cs typeface="Public Sans Light"/>
              <a:sym typeface="Public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1600" dirty="0">
              <a:solidFill>
                <a:schemeClr val="dk2"/>
              </a:solidFill>
              <a:latin typeface="Formular" panose="02000000000000000000" pitchFamily="2" charset="0"/>
              <a:ea typeface="Public Sans Light"/>
              <a:cs typeface="Public Sans Light"/>
              <a:sym typeface="Public Sans Light"/>
            </a:endParaRPr>
          </a:p>
        </p:txBody>
      </p:sp>
      <p:sp>
        <p:nvSpPr>
          <p:cNvPr id="96" name="Google Shape;96;p19"/>
          <p:cNvSpPr txBox="1"/>
          <p:nvPr/>
        </p:nvSpPr>
        <p:spPr>
          <a:xfrm>
            <a:off x="2180050" y="8685944"/>
            <a:ext cx="7357200" cy="7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-419" sz="2600" b="1">
                <a:solidFill>
                  <a:schemeClr val="dk1"/>
                </a:solidFill>
                <a:latin typeface="TT Squares Black" panose="02000505040000020003" pitchFamily="50" charset="0"/>
                <a:ea typeface="Public Sans"/>
                <a:cs typeface="Public Sans"/>
                <a:sym typeface="Public Sans"/>
              </a:rPr>
              <a:t>&lt;&lt;CARRERA_02&gt;&gt;</a:t>
            </a:r>
            <a:endParaRPr sz="2600" b="1">
              <a:solidFill>
                <a:schemeClr val="dk1"/>
              </a:solidFill>
              <a:latin typeface="TT Squares Black" panose="02000505040000020003" pitchFamily="50" charset="0"/>
              <a:ea typeface="Public Sans"/>
              <a:cs typeface="Public Sans"/>
              <a:sym typeface="Public Sans"/>
            </a:endParaRPr>
          </a:p>
        </p:txBody>
      </p:sp>
      <p:sp>
        <p:nvSpPr>
          <p:cNvPr id="97" name="Google Shape;97;p19"/>
          <p:cNvSpPr txBox="1"/>
          <p:nvPr/>
        </p:nvSpPr>
        <p:spPr>
          <a:xfrm>
            <a:off x="744300" y="9637444"/>
            <a:ext cx="8793000" cy="11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-419" sz="1600" dirty="0">
                <a:solidFill>
                  <a:schemeClr val="dk1"/>
                </a:solidFill>
                <a:latin typeface="Formular" panose="02000000000000000000" pitchFamily="2" charset="0"/>
                <a:ea typeface="Public Sans Light"/>
                <a:cs typeface="Public Sans Light"/>
                <a:sym typeface="Public Sans Light"/>
              </a:rPr>
              <a:t>&lt;&lt;carrera_02_desc&gt;&gt;</a:t>
            </a:r>
            <a:endParaRPr sz="1600" dirty="0">
              <a:solidFill>
                <a:schemeClr val="dk1"/>
              </a:solidFill>
              <a:latin typeface="Formular" panose="02000000000000000000" pitchFamily="2" charset="0"/>
              <a:ea typeface="Public Sans Light"/>
              <a:cs typeface="Public Sans Light"/>
              <a:sym typeface="Public Sans Ligh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1600" dirty="0">
              <a:solidFill>
                <a:schemeClr val="dk1"/>
              </a:solidFill>
              <a:latin typeface="Formular" panose="02000000000000000000" pitchFamily="2" charset="0"/>
              <a:ea typeface="Public Sans Light"/>
              <a:cs typeface="Public Sans Light"/>
              <a:sym typeface="Public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1600" dirty="0">
              <a:solidFill>
                <a:schemeClr val="dk2"/>
              </a:solidFill>
              <a:latin typeface="Formular" panose="02000000000000000000" pitchFamily="2" charset="0"/>
              <a:ea typeface="Public Sans Light"/>
              <a:cs typeface="Public Sans Light"/>
              <a:sym typeface="Public Sans Light"/>
            </a:endParaRPr>
          </a:p>
        </p:txBody>
      </p:sp>
      <p:sp>
        <p:nvSpPr>
          <p:cNvPr id="98" name="Google Shape;98;p19"/>
          <p:cNvSpPr txBox="1"/>
          <p:nvPr/>
        </p:nvSpPr>
        <p:spPr>
          <a:xfrm>
            <a:off x="2180050" y="11362791"/>
            <a:ext cx="7357200" cy="7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-419" sz="2600" b="1" dirty="0">
                <a:solidFill>
                  <a:schemeClr val="dk1"/>
                </a:solidFill>
                <a:latin typeface="TT Squares Black" panose="02000505040000020003" pitchFamily="50" charset="0"/>
                <a:ea typeface="Public Sans"/>
                <a:cs typeface="Public Sans"/>
                <a:sym typeface="Public Sans"/>
              </a:rPr>
              <a:t>&lt;&lt;CARRERA_03&gt;&gt;</a:t>
            </a:r>
            <a:endParaRPr sz="2600" b="1" dirty="0">
              <a:solidFill>
                <a:schemeClr val="dk1"/>
              </a:solidFill>
              <a:latin typeface="TT Squares Black" panose="02000505040000020003" pitchFamily="50" charset="0"/>
              <a:ea typeface="Public Sans"/>
              <a:cs typeface="Public Sans"/>
              <a:sym typeface="Public Sans"/>
            </a:endParaRPr>
          </a:p>
        </p:txBody>
      </p:sp>
      <p:sp>
        <p:nvSpPr>
          <p:cNvPr id="99" name="Google Shape;99;p19"/>
          <p:cNvSpPr txBox="1"/>
          <p:nvPr/>
        </p:nvSpPr>
        <p:spPr>
          <a:xfrm>
            <a:off x="744300" y="12314291"/>
            <a:ext cx="8793000" cy="11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-419" sz="1600" dirty="0">
                <a:solidFill>
                  <a:schemeClr val="dk1"/>
                </a:solidFill>
                <a:latin typeface="Formular" panose="02000000000000000000" pitchFamily="2" charset="0"/>
                <a:ea typeface="Public Sans Light"/>
                <a:cs typeface="Public Sans Light"/>
                <a:sym typeface="Public Sans Light"/>
              </a:rPr>
              <a:t>&lt;&lt;carrera_03_desc&gt;&gt;</a:t>
            </a:r>
            <a:endParaRPr sz="1600" dirty="0">
              <a:solidFill>
                <a:schemeClr val="dk1"/>
              </a:solidFill>
              <a:latin typeface="Formular" panose="02000000000000000000" pitchFamily="2" charset="0"/>
              <a:ea typeface="Public Sans Light"/>
              <a:cs typeface="Public Sans Light"/>
              <a:sym typeface="Public Sans Ligh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1600" dirty="0">
              <a:solidFill>
                <a:schemeClr val="dk1"/>
              </a:solidFill>
              <a:latin typeface="Formular" panose="02000000000000000000" pitchFamily="2" charset="0"/>
              <a:ea typeface="Public Sans Light"/>
              <a:cs typeface="Public Sans Light"/>
              <a:sym typeface="Public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1600" dirty="0">
              <a:solidFill>
                <a:schemeClr val="dk2"/>
              </a:solidFill>
              <a:latin typeface="Formular" panose="02000000000000000000" pitchFamily="2" charset="0"/>
              <a:ea typeface="Public Sans Light"/>
              <a:cs typeface="Public Sans Light"/>
              <a:sym typeface="Public Sans Light"/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2180050" y="13990374"/>
            <a:ext cx="7357200" cy="7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-419" sz="2600" b="1" dirty="0">
                <a:solidFill>
                  <a:schemeClr val="dk1"/>
                </a:solidFill>
                <a:latin typeface="TT Squares Black" panose="02000505040000020003" pitchFamily="50" charset="0"/>
                <a:ea typeface="Public Sans"/>
                <a:cs typeface="Public Sans"/>
                <a:sym typeface="Public Sans"/>
              </a:rPr>
              <a:t>&lt;&lt;CARRERA_04&gt;&gt;</a:t>
            </a:r>
            <a:endParaRPr sz="2600" b="1" dirty="0">
              <a:solidFill>
                <a:schemeClr val="dk1"/>
              </a:solidFill>
              <a:latin typeface="TT Squares Black" panose="02000505040000020003" pitchFamily="50" charset="0"/>
              <a:ea typeface="Public Sans"/>
              <a:cs typeface="Public Sans"/>
              <a:sym typeface="Public Sans"/>
            </a:endParaRPr>
          </a:p>
        </p:txBody>
      </p:sp>
      <p:sp>
        <p:nvSpPr>
          <p:cNvPr id="101" name="Google Shape;101;p19"/>
          <p:cNvSpPr txBox="1"/>
          <p:nvPr/>
        </p:nvSpPr>
        <p:spPr>
          <a:xfrm>
            <a:off x="744300" y="14941874"/>
            <a:ext cx="8793000" cy="11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-419" sz="1600" dirty="0">
                <a:solidFill>
                  <a:schemeClr val="dk1"/>
                </a:solidFill>
                <a:latin typeface="Formular" panose="02000000000000000000" pitchFamily="2" charset="0"/>
                <a:ea typeface="Public Sans Light"/>
                <a:cs typeface="Public Sans Light"/>
                <a:sym typeface="Public Sans Light"/>
              </a:rPr>
              <a:t>&lt;&lt;carrera_04_desc&gt;&gt;</a:t>
            </a:r>
            <a:endParaRPr sz="1600" dirty="0">
              <a:solidFill>
                <a:schemeClr val="dk1"/>
              </a:solidFill>
              <a:latin typeface="Formular" panose="02000000000000000000" pitchFamily="2" charset="0"/>
              <a:ea typeface="Public Sans Light"/>
              <a:cs typeface="Public Sans Light"/>
              <a:sym typeface="Public Sans Ligh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1600" dirty="0">
              <a:solidFill>
                <a:schemeClr val="dk1"/>
              </a:solidFill>
              <a:latin typeface="Formular" panose="02000000000000000000" pitchFamily="2" charset="0"/>
              <a:ea typeface="Public Sans Light"/>
              <a:cs typeface="Public Sans Light"/>
              <a:sym typeface="Public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1600" dirty="0">
              <a:solidFill>
                <a:schemeClr val="dk2"/>
              </a:solidFill>
              <a:latin typeface="Formular" panose="02000000000000000000" pitchFamily="2" charset="0"/>
              <a:ea typeface="Public Sans Light"/>
              <a:cs typeface="Public Sans Light"/>
              <a:sym typeface="Public Sans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hlinkClick r:id="rId4"/>
            <a:extLst>
              <a:ext uri="{FF2B5EF4-FFF2-40B4-BE49-F238E27FC236}">
                <a16:creationId xmlns:a16="http://schemas.microsoft.com/office/drawing/2014/main" id="{CA4C6530-20E2-1675-BD4F-C16EACDB8114}"/>
              </a:ext>
            </a:extLst>
          </p:cNvPr>
          <p:cNvSpPr/>
          <p:nvPr/>
        </p:nvSpPr>
        <p:spPr>
          <a:xfrm>
            <a:off x="1748118" y="13420165"/>
            <a:ext cx="6777317" cy="14791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132</Words>
  <Application>Microsoft Office PowerPoint</Application>
  <PresentationFormat>Custom</PresentationFormat>
  <Paragraphs>27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Public Sans Light</vt:lpstr>
      <vt:lpstr>Formular</vt:lpstr>
      <vt:lpstr>TT Squares Black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juani vila bach</cp:lastModifiedBy>
  <cp:revision>2</cp:revision>
  <dcterms:modified xsi:type="dcterms:W3CDTF">2026-05-11T19:20:29Z</dcterms:modified>
</cp:coreProperties>
</file>