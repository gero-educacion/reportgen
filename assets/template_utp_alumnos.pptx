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10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/>
        </p:nvSpPr>
        <p:spPr>
          <a:xfrm>
            <a:off x="1450475" y="942397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464900" y="11819650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464900" y="11242399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1450475" y="14287500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450475" y="13710249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450475" y="10626625"/>
            <a:ext cx="7184700" cy="52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2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22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TT Squares Black</vt:lpstr>
      <vt:lpstr>Public Sans Light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2026-04-28T15:07:30Z</dcterms:modified>
</cp:coreProperties>
</file>