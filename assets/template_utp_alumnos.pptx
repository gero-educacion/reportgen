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0287000" cy="18288000"/>
  <p:notesSz cx="6858000" cy="9144000"/>
  <p:embeddedFontLst>
    <p:embeddedFont>
      <p:font typeface="Formular" panose="02000000000000000000" pitchFamily="2" charset="0"/>
      <p:regular r:id="rId11"/>
      <p:bold r:id="rId12"/>
    </p:embeddedFont>
    <p:embeddedFont>
      <p:font typeface="Public Sans Light" panose="020B0604020202020204" charset="0"/>
      <p:regular r:id="rId13"/>
      <p:bold r:id="rId14"/>
      <p:italic r:id="rId15"/>
      <p:boldItalic r:id="rId16"/>
    </p:embeddedFont>
    <p:embeddedFont>
      <p:font typeface="TT Squares Black" panose="02000505040000020003" pitchFamily="50" charset="0"/>
      <p:bold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760">
          <p15:clr>
            <a:srgbClr val="747775"/>
          </p15:clr>
        </p15:guide>
        <p15:guide id="2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8747C2-82D1-4EF1-B2BE-7360204C626C}" v="1" dt="2026-04-29T19:05:27.2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29" d="100"/>
          <a:sy n="29" d="100"/>
        </p:scale>
        <p:origin x="2909" y="106"/>
      </p:cViewPr>
      <p:guideLst>
        <p:guide orient="horz" pos="5760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i vila bach" userId="140d79d91c36b714" providerId="LiveId" clId="{681BBBA0-CB6B-4408-8383-25A2ECA50787}"/>
    <pc:docChg chg="custSel modSld">
      <pc:chgData name="juani vila bach" userId="140d79d91c36b714" providerId="LiveId" clId="{681BBBA0-CB6B-4408-8383-25A2ECA50787}" dt="2026-04-29T19:05:38.398" v="22" actId="20577"/>
      <pc:docMkLst>
        <pc:docMk/>
      </pc:docMkLst>
      <pc:sldChg chg="addSp delSp modSp mod">
        <pc:chgData name="juani vila bach" userId="140d79d91c36b714" providerId="LiveId" clId="{681BBBA0-CB6B-4408-8383-25A2ECA50787}" dt="2026-04-29T19:05:38.398" v="22" actId="20577"/>
        <pc:sldMkLst>
          <pc:docMk/>
          <pc:sldMk cId="0" sldId="259"/>
        </pc:sldMkLst>
        <pc:spChg chg="add mod">
          <ac:chgData name="juani vila bach" userId="140d79d91c36b714" providerId="LiveId" clId="{681BBBA0-CB6B-4408-8383-25A2ECA50787}" dt="2026-04-29T19:05:31.540" v="8" actId="20577"/>
          <ac:spMkLst>
            <pc:docMk/>
            <pc:sldMk cId="0" sldId="259"/>
            <ac:spMk id="2" creationId="{35FE0090-AC39-1702-7481-D60E0E0731F5}"/>
          </ac:spMkLst>
        </pc:spChg>
        <pc:spChg chg="add mod">
          <ac:chgData name="juani vila bach" userId="140d79d91c36b714" providerId="LiveId" clId="{681BBBA0-CB6B-4408-8383-25A2ECA50787}" dt="2026-04-29T19:05:27.229" v="1"/>
          <ac:spMkLst>
            <pc:docMk/>
            <pc:sldMk cId="0" sldId="259"/>
            <ac:spMk id="3" creationId="{A28FE153-0F8C-3F07-4710-1A0D561F20BF}"/>
          </ac:spMkLst>
        </pc:spChg>
        <pc:spChg chg="add mod">
          <ac:chgData name="juani vila bach" userId="140d79d91c36b714" providerId="LiveId" clId="{681BBBA0-CB6B-4408-8383-25A2ECA50787}" dt="2026-04-29T19:05:35.478" v="15" actId="20577"/>
          <ac:spMkLst>
            <pc:docMk/>
            <pc:sldMk cId="0" sldId="259"/>
            <ac:spMk id="4" creationId="{01EB8F01-133B-0FB6-394D-CF56B5149DAC}"/>
          </ac:spMkLst>
        </pc:spChg>
        <pc:spChg chg="add mod">
          <ac:chgData name="juani vila bach" userId="140d79d91c36b714" providerId="LiveId" clId="{681BBBA0-CB6B-4408-8383-25A2ECA50787}" dt="2026-04-29T19:05:27.229" v="1"/>
          <ac:spMkLst>
            <pc:docMk/>
            <pc:sldMk cId="0" sldId="259"/>
            <ac:spMk id="5" creationId="{EF1D2151-F37A-294E-C98C-F2DF43AB05D8}"/>
          </ac:spMkLst>
        </pc:spChg>
        <pc:spChg chg="add mod">
          <ac:chgData name="juani vila bach" userId="140d79d91c36b714" providerId="LiveId" clId="{681BBBA0-CB6B-4408-8383-25A2ECA50787}" dt="2026-04-29T19:05:38.398" v="22" actId="20577"/>
          <ac:spMkLst>
            <pc:docMk/>
            <pc:sldMk cId="0" sldId="259"/>
            <ac:spMk id="6" creationId="{5E8290D7-C3EB-1743-D72C-F0A6655D7FCF}"/>
          </ac:spMkLst>
        </pc:spChg>
        <pc:spChg chg="add mod">
          <ac:chgData name="juani vila bach" userId="140d79d91c36b714" providerId="LiveId" clId="{681BBBA0-CB6B-4408-8383-25A2ECA50787}" dt="2026-04-29T19:05:27.229" v="1"/>
          <ac:spMkLst>
            <pc:docMk/>
            <pc:sldMk cId="0" sldId="259"/>
            <ac:spMk id="7" creationId="{B8352233-FDDC-F12C-14EE-F1E2A8D65D59}"/>
          </ac:spMkLst>
        </pc:spChg>
        <pc:spChg chg="del">
          <ac:chgData name="juani vila bach" userId="140d79d91c36b714" providerId="LiveId" clId="{681BBBA0-CB6B-4408-8383-25A2ECA50787}" dt="2026-04-29T19:05:26.526" v="0" actId="478"/>
          <ac:spMkLst>
            <pc:docMk/>
            <pc:sldMk cId="0" sldId="259"/>
            <ac:spMk id="71" creationId="{00000000-0000-0000-0000-000000000000}"/>
          </ac:spMkLst>
        </pc:spChg>
        <pc:spChg chg="del">
          <ac:chgData name="juani vila bach" userId="140d79d91c36b714" providerId="LiveId" clId="{681BBBA0-CB6B-4408-8383-25A2ECA50787}" dt="2026-04-29T19:05:26.526" v="0" actId="478"/>
          <ac:spMkLst>
            <pc:docMk/>
            <pc:sldMk cId="0" sldId="259"/>
            <ac:spMk id="72" creationId="{00000000-0000-0000-0000-000000000000}"/>
          </ac:spMkLst>
        </pc:spChg>
        <pc:spChg chg="del">
          <ac:chgData name="juani vila bach" userId="140d79d91c36b714" providerId="LiveId" clId="{681BBBA0-CB6B-4408-8383-25A2ECA50787}" dt="2026-04-29T19:05:26.526" v="0" actId="478"/>
          <ac:spMkLst>
            <pc:docMk/>
            <pc:sldMk cId="0" sldId="259"/>
            <ac:spMk id="73" creationId="{00000000-0000-0000-0000-000000000000}"/>
          </ac:spMkLst>
        </pc:spChg>
        <pc:spChg chg="del">
          <ac:chgData name="juani vila bach" userId="140d79d91c36b714" providerId="LiveId" clId="{681BBBA0-CB6B-4408-8383-25A2ECA50787}" dt="2026-04-29T19:05:26.526" v="0" actId="478"/>
          <ac:spMkLst>
            <pc:docMk/>
            <pc:sldMk cId="0" sldId="259"/>
            <ac:spMk id="74" creationId="{00000000-0000-0000-0000-000000000000}"/>
          </ac:spMkLst>
        </pc:spChg>
        <pc:spChg chg="del">
          <ac:chgData name="juani vila bach" userId="140d79d91c36b714" providerId="LiveId" clId="{681BBBA0-CB6B-4408-8383-25A2ECA50787}" dt="2026-04-29T19:05:26.526" v="0" actId="478"/>
          <ac:spMkLst>
            <pc:docMk/>
            <pc:sldMk cId="0" sldId="259"/>
            <ac:spMk id="75" creationId="{00000000-0000-0000-0000-000000000000}"/>
          </ac:spMkLst>
        </pc:spChg>
        <pc:spChg chg="del">
          <ac:chgData name="juani vila bach" userId="140d79d91c36b714" providerId="LiveId" clId="{681BBBA0-CB6B-4408-8383-25A2ECA50787}" dt="2026-04-29T19:05:26.526" v="0" actId="478"/>
          <ac:spMkLst>
            <pc:docMk/>
            <pc:sldMk cId="0" sldId="259"/>
            <ac:spMk id="7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9d01f2fe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9d01f2fe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d9d01f2fe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d9d01f2fec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9d01f2fec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d9d01f2fec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9d01f2fec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9d01f2fec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d9d01f2fec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d9d01f2fec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d9d01f2fec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d9d01f2fec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9d01f2fec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d9d01f2fec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marL="914400" lvl="1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marL="1371600" lvl="2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marL="1828800" lvl="3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marL="2286000" lvl="4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marL="2743200" lvl="5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marL="3200400" lvl="6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marL="3657600" lvl="7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marL="4114800" lvl="8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utp.edu.pe/ferias-carrera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722585" y="3601975"/>
            <a:ext cx="87585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3483" b="1" dirty="0" err="1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nombre_estudiante</a:t>
            </a: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  <a:endParaRPr sz="3483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/>
        </p:nvSpPr>
        <p:spPr>
          <a:xfrm>
            <a:off x="1467075" y="8731250"/>
            <a:ext cx="7357200" cy="72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&lt;&lt;intereses&gt;&gt;</a:t>
            </a:r>
            <a:endParaRPr sz="2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/>
        </p:nvSpPr>
        <p:spPr>
          <a:xfrm>
            <a:off x="1355150" y="142319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000" dirty="0">
                <a:solidFill>
                  <a:schemeClr val="lt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&lt;&lt;holland_01&gt;&gt;</a:t>
            </a:r>
            <a:endParaRPr sz="2000" dirty="0">
              <a:solidFill>
                <a:schemeClr val="lt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1355150" y="157328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000" dirty="0">
                <a:solidFill>
                  <a:schemeClr val="lt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&lt;&lt;holland_02&gt;&gt;</a:t>
            </a:r>
            <a:endParaRPr sz="2000" dirty="0">
              <a:solidFill>
                <a:schemeClr val="lt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lt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900175" y="7675275"/>
            <a:ext cx="8622900" cy="48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983" dirty="0">
                <a:solidFill>
                  <a:srgbClr val="595959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&lt;&lt;URL GRAFICO HOLLAND&gt;&gt;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1;p16">
            <a:extLst>
              <a:ext uri="{FF2B5EF4-FFF2-40B4-BE49-F238E27FC236}">
                <a16:creationId xmlns:a16="http://schemas.microsoft.com/office/drawing/2014/main" id="{35FE0090-AC39-1702-7481-D60E0E0731F5}"/>
              </a:ext>
            </a:extLst>
          </p:cNvPr>
          <p:cNvSpPr txBox="1"/>
          <p:nvPr/>
        </p:nvSpPr>
        <p:spPr>
          <a:xfrm>
            <a:off x="1450475" y="9505349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&lt;&lt;gardner_01_desc&gt;&gt;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3" name="Google Shape;72;p16">
            <a:extLst>
              <a:ext uri="{FF2B5EF4-FFF2-40B4-BE49-F238E27FC236}">
                <a16:creationId xmlns:a16="http://schemas.microsoft.com/office/drawing/2014/main" id="{A28FE153-0F8C-3F07-4710-1A0D561F20BF}"/>
              </a:ext>
            </a:extLst>
          </p:cNvPr>
          <p:cNvSpPr txBox="1"/>
          <p:nvPr/>
        </p:nvSpPr>
        <p:spPr>
          <a:xfrm>
            <a:off x="1450475" y="8846724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&lt;&lt;gardner_01&gt;&gt;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4" name="Google Shape;73;p16">
            <a:extLst>
              <a:ext uri="{FF2B5EF4-FFF2-40B4-BE49-F238E27FC236}">
                <a16:creationId xmlns:a16="http://schemas.microsoft.com/office/drawing/2014/main" id="{01EB8F01-133B-0FB6-394D-CF56B5149DAC}"/>
              </a:ext>
            </a:extLst>
          </p:cNvPr>
          <p:cNvSpPr txBox="1"/>
          <p:nvPr/>
        </p:nvSpPr>
        <p:spPr>
          <a:xfrm>
            <a:off x="1450475" y="12245287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&lt;&lt;gardner_02_desc&gt;&gt;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5" name="Google Shape;74;p16">
            <a:extLst>
              <a:ext uri="{FF2B5EF4-FFF2-40B4-BE49-F238E27FC236}">
                <a16:creationId xmlns:a16="http://schemas.microsoft.com/office/drawing/2014/main" id="{EF1D2151-F37A-294E-C98C-F2DF43AB05D8}"/>
              </a:ext>
            </a:extLst>
          </p:cNvPr>
          <p:cNvSpPr txBox="1"/>
          <p:nvPr/>
        </p:nvSpPr>
        <p:spPr>
          <a:xfrm>
            <a:off x="1464900" y="11586662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&lt;&lt;gardner_02&gt;&gt;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" name="Google Shape;75;p16">
            <a:extLst>
              <a:ext uri="{FF2B5EF4-FFF2-40B4-BE49-F238E27FC236}">
                <a16:creationId xmlns:a16="http://schemas.microsoft.com/office/drawing/2014/main" id="{5E8290D7-C3EB-1743-D72C-F0A6655D7FCF}"/>
              </a:ext>
            </a:extLst>
          </p:cNvPr>
          <p:cNvSpPr txBox="1"/>
          <p:nvPr/>
        </p:nvSpPr>
        <p:spPr>
          <a:xfrm>
            <a:off x="1450475" y="15287823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&lt;&lt;gardner_03_desc&gt;&gt;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7" name="Google Shape;76;p16">
            <a:extLst>
              <a:ext uri="{FF2B5EF4-FFF2-40B4-BE49-F238E27FC236}">
                <a16:creationId xmlns:a16="http://schemas.microsoft.com/office/drawing/2014/main" id="{B8352233-FDDC-F12C-14EE-F1E2A8D65D59}"/>
              </a:ext>
            </a:extLst>
          </p:cNvPr>
          <p:cNvSpPr txBox="1"/>
          <p:nvPr/>
        </p:nvSpPr>
        <p:spPr>
          <a:xfrm>
            <a:off x="1450475" y="14629198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&lt;&lt;gardner_03&gt;&gt;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1450475" y="10626625"/>
            <a:ext cx="7184700" cy="525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2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2200" dirty="0" err="1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abstracto_desc</a:t>
            </a:r>
            <a:r>
              <a:rPr lang="es-419" sz="22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  <a:endParaRPr sz="22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/>
        </p:nvSpPr>
        <p:spPr>
          <a:xfrm>
            <a:off x="743331" y="44594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&lt;&lt;perseverancia_01&gt;&gt;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7" name="Google Shape;87;p18"/>
          <p:cNvSpPr txBox="1"/>
          <p:nvPr/>
        </p:nvSpPr>
        <p:spPr>
          <a:xfrm>
            <a:off x="743331" y="60566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&lt;&lt;perseverancia_02&gt;&gt;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88" name="Google Shape;88;p18"/>
          <p:cNvSpPr txBox="1"/>
          <p:nvPr/>
        </p:nvSpPr>
        <p:spPr>
          <a:xfrm>
            <a:off x="743331" y="131535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&lt;&lt;emocional_01&gt;&gt;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9" name="Google Shape;89;p18"/>
          <p:cNvSpPr txBox="1"/>
          <p:nvPr/>
        </p:nvSpPr>
        <p:spPr>
          <a:xfrm>
            <a:off x="743325" y="15135799"/>
            <a:ext cx="8743200" cy="19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&lt;&lt;emocional_02&gt;&gt;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/>
        </p:nvSpPr>
        <p:spPr>
          <a:xfrm>
            <a:off x="2180050" y="6255425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3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&lt;&lt;CARRERA_01&gt;&gt;</a:t>
            </a:r>
            <a:endParaRPr sz="23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5" name="Google Shape;95;p19"/>
          <p:cNvSpPr txBox="1"/>
          <p:nvPr/>
        </p:nvSpPr>
        <p:spPr>
          <a:xfrm>
            <a:off x="744300" y="7206925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&lt;&lt;carrera_01_desc&gt;&gt;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6" name="Google Shape;96;p19"/>
          <p:cNvSpPr txBox="1"/>
          <p:nvPr/>
        </p:nvSpPr>
        <p:spPr>
          <a:xfrm>
            <a:off x="2180050" y="868594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35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&lt;&lt;CARRERA_02&gt;&gt;</a:t>
            </a:r>
            <a:endParaRPr sz="235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7" name="Google Shape;97;p19"/>
          <p:cNvSpPr txBox="1"/>
          <p:nvPr/>
        </p:nvSpPr>
        <p:spPr>
          <a:xfrm>
            <a:off x="744300" y="963744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&lt;&lt;carrera_02_desc&gt;&gt;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8" name="Google Shape;98;p19"/>
          <p:cNvSpPr txBox="1"/>
          <p:nvPr/>
        </p:nvSpPr>
        <p:spPr>
          <a:xfrm>
            <a:off x="2180050" y="11362791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3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&lt;&lt;CARRERA_03&gt;&gt;</a:t>
            </a:r>
            <a:endParaRPr sz="23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9" name="Google Shape;99;p19"/>
          <p:cNvSpPr txBox="1"/>
          <p:nvPr/>
        </p:nvSpPr>
        <p:spPr>
          <a:xfrm>
            <a:off x="744300" y="12314291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&lt;&lt;carrera_03_desc&gt;&gt;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00" name="Google Shape;100;p19"/>
          <p:cNvSpPr txBox="1"/>
          <p:nvPr/>
        </p:nvSpPr>
        <p:spPr>
          <a:xfrm>
            <a:off x="2180050" y="1399037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3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&lt;&lt;CARRERA_04&gt;&gt;</a:t>
            </a:r>
            <a:endParaRPr sz="23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01" name="Google Shape;101;p19"/>
          <p:cNvSpPr txBox="1"/>
          <p:nvPr/>
        </p:nvSpPr>
        <p:spPr>
          <a:xfrm>
            <a:off x="744300" y="1494187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&lt;&lt;carrera_04_desc&gt;&gt;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CA4C6530-20E2-1675-BD4F-C16EACDB8114}"/>
              </a:ext>
            </a:extLst>
          </p:cNvPr>
          <p:cNvSpPr/>
          <p:nvPr/>
        </p:nvSpPr>
        <p:spPr>
          <a:xfrm>
            <a:off x="1748118" y="13420165"/>
            <a:ext cx="6777317" cy="147917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132</Words>
  <Application>Microsoft Office PowerPoint</Application>
  <PresentationFormat>Custom</PresentationFormat>
  <Paragraphs>27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TT Squares Black</vt:lpstr>
      <vt:lpstr>Arial</vt:lpstr>
      <vt:lpstr>Public Sans Light</vt:lpstr>
      <vt:lpstr>Formular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2</cp:revision>
  <dcterms:modified xsi:type="dcterms:W3CDTF">2026-04-29T19:05:44Z</dcterms:modified>
</cp:coreProperties>
</file>