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0287000" cy="18288000"/>
  <p:notesSz cx="6858000" cy="9144000"/>
  <p:embeddedFontLst>
    <p:embeddedFont>
      <p:font typeface="Archivo" panose="020B0604020202020204" charset="0"/>
      <p:regular r:id="rId34"/>
      <p:bold r:id="rId35"/>
      <p:italic r:id="rId36"/>
      <p:boldItalic r:id="rId37"/>
    </p:embeddedFont>
    <p:embeddedFont>
      <p:font typeface="Public Sans" panose="020B0604020202020204" charset="0"/>
      <p:regular r:id="rId38"/>
      <p:bold r:id="rId39"/>
      <p:italic r:id="rId40"/>
      <p:boldItalic r:id="rId41"/>
    </p:embeddedFont>
    <p:embeddedFont>
      <p:font typeface="Public Sans Light" panose="020B0604020202020204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609">
          <p15:clr>
            <a:srgbClr val="747775"/>
          </p15:clr>
        </p15:guide>
        <p15:guide id="2" pos="5904">
          <p15:clr>
            <a:srgbClr val="747775"/>
          </p15:clr>
        </p15:guide>
        <p15:guide id="3" orient="horz" pos="252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9" d="100"/>
          <a:sy n="19" d="100"/>
        </p:scale>
        <p:origin x="2222" y="101"/>
      </p:cViewPr>
      <p:guideLst>
        <p:guide pos="609"/>
        <p:guide pos="5904"/>
        <p:guide orient="horz" pos="25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i vila bach" userId="140d79d91c36b714" providerId="LiveId" clId="{681BBBA0-CB6B-4408-8383-25A2ECA50787}"/>
    <pc:docChg chg="modSld">
      <pc:chgData name="juani vila bach" userId="140d79d91c36b714" providerId="LiveId" clId="{681BBBA0-CB6B-4408-8383-25A2ECA50787}" dt="2025-12-22T14:47:05.044" v="0" actId="20577"/>
      <pc:docMkLst>
        <pc:docMk/>
      </pc:docMkLst>
      <pc:sldChg chg="modSp mod">
        <pc:chgData name="juani vila bach" userId="140d79d91c36b714" providerId="LiveId" clId="{681BBBA0-CB6B-4408-8383-25A2ECA50787}" dt="2025-12-22T14:47:05.044" v="0" actId="20577"/>
        <pc:sldMkLst>
          <pc:docMk/>
          <pc:sldMk cId="0" sldId="281"/>
        </pc:sldMkLst>
        <pc:spChg chg="mod">
          <ac:chgData name="juani vila bach" userId="140d79d91c36b714" providerId="LiveId" clId="{681BBBA0-CB6B-4408-8383-25A2ECA50787}" dt="2025-12-22T14:47:05.044" v="0" actId="20577"/>
          <ac:spMkLst>
            <pc:docMk/>
            <pc:sldMk cId="0" sldId="281"/>
            <ac:spMk id="24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76936d1ea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76936d1ea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6936d1eaf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6936d1eaf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76936d1ea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76936d1ea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6936d1eaf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76936d1eaf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76936d1eaf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76936d1eaf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76936d1eaf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76936d1eaf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64e706d103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64e706d103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64e706d103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64e706d103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64e706d10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64e706d10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76936d1eaf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76936d1eaf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76936d1eaf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76936d1eaf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76936d1eaf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76936d1eaf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76936d1ea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76936d1ea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76936d1eaf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76936d1eaf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76936d1eaf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76936d1eaf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76936d1eaf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76936d1eaf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76936d1eaf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76936d1eaf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76936d1eaf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76936d1eaf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76936d1eaf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76936d1eaf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76936d1ea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76936d1ea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76936d1eaf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76936d1eaf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76936d1ea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76936d1ea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76936d1eaf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76936d1eaf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76936d1ea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76936d1ea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76936d1eaf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5388" y="685800"/>
            <a:ext cx="1928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76936d1eaf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76936d1eaf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76936d1eaf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76936d1eaf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76936d1eaf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76936d1eaf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76936d1eaf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76936d1eaf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76936d1eaf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76936d1eaf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76936d1eaf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50672" y="2647378"/>
            <a:ext cx="9585600" cy="7298100"/>
          </a:xfrm>
          <a:prstGeom prst="rect">
            <a:avLst/>
          </a:prstGeom>
        </p:spPr>
        <p:txBody>
          <a:bodyPr spcFirstLastPara="1" wrap="square" lIns="176925" tIns="176925" rIns="176925" bIns="1769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1pPr>
            <a:lvl2pPr lvl="1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2pPr>
            <a:lvl3pPr lvl="2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3pPr>
            <a:lvl4pPr lvl="3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4pPr>
            <a:lvl5pPr lvl="4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5pPr>
            <a:lvl6pPr lvl="5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6pPr>
            <a:lvl7pPr lvl="6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7pPr>
            <a:lvl8pPr lvl="7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8pPr>
            <a:lvl9pPr lvl="8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50663" y="10076889"/>
            <a:ext cx="9585600" cy="28182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50663" y="7647467"/>
            <a:ext cx="9585600" cy="29931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1pPr>
            <a:lvl2pPr lvl="1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2pPr>
            <a:lvl3pPr lvl="2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3pPr>
            <a:lvl4pPr lvl="3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4pPr>
            <a:lvl5pPr lvl="4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5pPr>
            <a:lvl6pPr lvl="5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6pPr>
            <a:lvl7pPr lvl="6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7pPr>
            <a:lvl8pPr lvl="7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8pPr>
            <a:lvl9pPr lvl="8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1pPr>
            <a:lvl2pPr lvl="1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2pPr>
            <a:lvl3pPr lvl="2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3pPr>
            <a:lvl4pPr lvl="3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4pPr>
            <a:lvl5pPr lvl="4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5pPr>
            <a:lvl6pPr lvl="5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6pPr>
            <a:lvl7pPr lvl="6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7pPr>
            <a:lvl8pPr lvl="7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8pPr>
            <a:lvl9pPr lvl="8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50663" y="4097689"/>
            <a:ext cx="9585600" cy="121473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49791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1pPr>
            <a:lvl2pPr marL="914400" lvl="1" indent="-400638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2pPr>
            <a:lvl3pPr marL="1371600" lvl="2" indent="-400638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3pPr>
            <a:lvl4pPr marL="1828800" lvl="3" indent="-400638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4pPr>
            <a:lvl5pPr marL="2286000" lvl="4" indent="-400637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5pPr>
            <a:lvl6pPr marL="2743200" lvl="5" indent="-400637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6pPr>
            <a:lvl7pPr marL="3200400" lvl="6" indent="-400637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7pPr>
            <a:lvl8pPr marL="3657600" lvl="7" indent="-400637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8pPr>
            <a:lvl9pPr marL="4114800" lvl="8" indent="-400637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1pPr>
            <a:lvl2pPr lvl="1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2pPr>
            <a:lvl3pPr lvl="2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3pPr>
            <a:lvl4pPr lvl="3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4pPr>
            <a:lvl5pPr lvl="4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5pPr>
            <a:lvl6pPr lvl="5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6pPr>
            <a:lvl7pPr lvl="6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7pPr>
            <a:lvl8pPr lvl="7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8pPr>
            <a:lvl9pPr lvl="8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50663" y="4097689"/>
            <a:ext cx="4500000" cy="121473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00638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1pPr>
            <a:lvl2pPr marL="914400" lvl="1" indent="-37606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2pPr>
            <a:lvl3pPr marL="1371600" lvl="2" indent="-37606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3pPr>
            <a:lvl4pPr marL="1828800" lvl="3" indent="-37606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4pPr>
            <a:lvl5pPr marL="2286000" lvl="4" indent="-37606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5pPr>
            <a:lvl6pPr marL="2743200" lvl="5" indent="-37606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6pPr>
            <a:lvl7pPr marL="3200400" lvl="6" indent="-37606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7pPr>
            <a:lvl8pPr marL="3657600" lvl="7" indent="-376061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8pPr>
            <a:lvl9pPr marL="4114800" lvl="8" indent="-376061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5436450" y="4097689"/>
            <a:ext cx="4500000" cy="121473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00638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1pPr>
            <a:lvl2pPr marL="914400" lvl="1" indent="-37606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2pPr>
            <a:lvl3pPr marL="1371600" lvl="2" indent="-37606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3pPr>
            <a:lvl4pPr marL="1828800" lvl="3" indent="-37606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4pPr>
            <a:lvl5pPr marL="2286000" lvl="4" indent="-37606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5pPr>
            <a:lvl6pPr marL="2743200" lvl="5" indent="-37606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6pPr>
            <a:lvl7pPr marL="3200400" lvl="6" indent="-37606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7pPr>
            <a:lvl8pPr marL="3657600" lvl="7" indent="-376061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8pPr>
            <a:lvl9pPr marL="4114800" lvl="8" indent="-376061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1pPr>
            <a:lvl2pPr lvl="1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2pPr>
            <a:lvl3pPr lvl="2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3pPr>
            <a:lvl4pPr lvl="3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4pPr>
            <a:lvl5pPr lvl="4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5pPr>
            <a:lvl6pPr lvl="5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6pPr>
            <a:lvl7pPr lvl="6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7pPr>
            <a:lvl8pPr lvl="7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8pPr>
            <a:lvl9pPr lvl="8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50663" y="1975467"/>
            <a:ext cx="3159000" cy="2686800"/>
          </a:xfrm>
          <a:prstGeom prst="rect">
            <a:avLst/>
          </a:prstGeom>
        </p:spPr>
        <p:txBody>
          <a:bodyPr spcFirstLastPara="1" wrap="square" lIns="176925" tIns="176925" rIns="176925" bIns="1769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1pPr>
            <a:lvl2pPr lvl="1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2pPr>
            <a:lvl3pPr lvl="2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3pPr>
            <a:lvl4pPr lvl="3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4pPr>
            <a:lvl5pPr lvl="4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5pPr>
            <a:lvl6pPr lvl="5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6pPr>
            <a:lvl7pPr lvl="6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7pPr>
            <a:lvl8pPr lvl="7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8pPr>
            <a:lvl9pPr lvl="8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50663" y="4940800"/>
            <a:ext cx="3159000" cy="113046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37606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1pPr>
            <a:lvl2pPr marL="914400" lvl="1" indent="-37606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2pPr>
            <a:lvl3pPr marL="1371600" lvl="2" indent="-37606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3pPr>
            <a:lvl4pPr marL="1828800" lvl="3" indent="-37606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4pPr>
            <a:lvl5pPr marL="2286000" lvl="4" indent="-37606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5pPr>
            <a:lvl6pPr marL="2743200" lvl="5" indent="-37606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6pPr>
            <a:lvl7pPr marL="3200400" lvl="6" indent="-37606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7pPr>
            <a:lvl8pPr marL="3657600" lvl="7" indent="-376061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8pPr>
            <a:lvl9pPr marL="4114800" lvl="8" indent="-376061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551531" y="1600533"/>
            <a:ext cx="7163700" cy="145452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1pPr>
            <a:lvl2pPr lvl="1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2pPr>
            <a:lvl3pPr lvl="2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3pPr>
            <a:lvl4pPr lvl="3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4pPr>
            <a:lvl5pPr lvl="4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5pPr>
            <a:lvl6pPr lvl="5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6pPr>
            <a:lvl7pPr lvl="6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7pPr>
            <a:lvl8pPr lvl="7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8pPr>
            <a:lvl9pPr lvl="8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143500" y="-444"/>
            <a:ext cx="5143500" cy="1828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76925" tIns="176925" rIns="176925" bIns="1769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98688" y="4384622"/>
            <a:ext cx="4550700" cy="5270400"/>
          </a:xfrm>
          <a:prstGeom prst="rect">
            <a:avLst/>
          </a:prstGeom>
        </p:spPr>
        <p:txBody>
          <a:bodyPr spcFirstLastPara="1" wrap="square" lIns="176925" tIns="176925" rIns="176925" bIns="1769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1pPr>
            <a:lvl2pPr lvl="1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2pPr>
            <a:lvl3pPr lvl="2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3pPr>
            <a:lvl4pPr lvl="3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4pPr>
            <a:lvl5pPr lvl="4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5pPr>
            <a:lvl6pPr lvl="5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6pPr>
            <a:lvl7pPr lvl="6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7pPr>
            <a:lvl8pPr lvl="7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8pPr>
            <a:lvl9pPr lvl="8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98688" y="9966489"/>
            <a:ext cx="4550700" cy="43914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5556938" y="2574489"/>
            <a:ext cx="4316700" cy="131382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marL="457200" lvl="0" indent="-449791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1pPr>
            <a:lvl2pPr marL="914400" lvl="1" indent="-400638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2pPr>
            <a:lvl3pPr marL="1371600" lvl="2" indent="-400638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3pPr>
            <a:lvl4pPr marL="1828800" lvl="3" indent="-400638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4pPr>
            <a:lvl5pPr marL="2286000" lvl="4" indent="-400637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5pPr>
            <a:lvl6pPr marL="2743200" lvl="5" indent="-400637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6pPr>
            <a:lvl7pPr marL="3200400" lvl="6" indent="-400637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7pPr>
            <a:lvl8pPr marL="3657600" lvl="7" indent="-400637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8pPr>
            <a:lvl9pPr marL="4114800" lvl="8" indent="-400637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50663" y="15042044"/>
            <a:ext cx="6748800" cy="21516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3"/>
              <a:buNone/>
              <a:defRPr sz="3483"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50663" y="3932889"/>
            <a:ext cx="9585600" cy="6981300"/>
          </a:xfrm>
          <a:prstGeom prst="rect">
            <a:avLst/>
          </a:prstGeom>
        </p:spPr>
        <p:txBody>
          <a:bodyPr spcFirstLastPara="1" wrap="square" lIns="176925" tIns="176925" rIns="176925" bIns="1769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1pPr>
            <a:lvl2pPr lvl="1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2pPr>
            <a:lvl3pPr lvl="2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3pPr>
            <a:lvl4pPr lvl="3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4pPr>
            <a:lvl5pPr lvl="4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5pPr>
            <a:lvl6pPr lvl="5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6pPr>
            <a:lvl7pPr lvl="6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7pPr>
            <a:lvl8pPr lvl="7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8pPr>
            <a:lvl9pPr lvl="8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50663" y="11207911"/>
            <a:ext cx="9585600" cy="46251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49791" algn="ctr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1pPr>
            <a:lvl2pPr marL="914400" lvl="1" indent="-400638" algn="ctr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2pPr>
            <a:lvl3pPr marL="1371600" lvl="2" indent="-400638" algn="ctr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3pPr>
            <a:lvl4pPr marL="1828800" lvl="3" indent="-400638" algn="ctr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4pPr>
            <a:lvl5pPr marL="2286000" lvl="4" indent="-400637" algn="ctr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5pPr>
            <a:lvl6pPr marL="2743200" lvl="5" indent="-400637" algn="ctr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6pPr>
            <a:lvl7pPr marL="3200400" lvl="6" indent="-400637" algn="ctr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7pPr>
            <a:lvl8pPr marL="3657600" lvl="7" indent="-400637" algn="ctr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8pPr>
            <a:lvl9pPr marL="4114800" lvl="8" indent="-400637" algn="ctr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50663" y="4097689"/>
            <a:ext cx="9585600" cy="12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4979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83"/>
              <a:buChar char="●"/>
              <a:defRPr sz="3483">
                <a:solidFill>
                  <a:schemeClr val="dk2"/>
                </a:solidFill>
              </a:defRPr>
            </a:lvl1pPr>
            <a:lvl2pPr marL="914400" lvl="1" indent="-40063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○"/>
              <a:defRPr sz="2709">
                <a:solidFill>
                  <a:schemeClr val="dk2"/>
                </a:solidFill>
              </a:defRPr>
            </a:lvl2pPr>
            <a:lvl3pPr marL="1371600" lvl="2" indent="-40063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■"/>
              <a:defRPr sz="2709">
                <a:solidFill>
                  <a:schemeClr val="dk2"/>
                </a:solidFill>
              </a:defRPr>
            </a:lvl3pPr>
            <a:lvl4pPr marL="1828800" lvl="3" indent="-40063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●"/>
              <a:defRPr sz="2709">
                <a:solidFill>
                  <a:schemeClr val="dk2"/>
                </a:solidFill>
              </a:defRPr>
            </a:lvl4pPr>
            <a:lvl5pPr marL="2286000" lvl="4" indent="-40063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○"/>
              <a:defRPr sz="2709">
                <a:solidFill>
                  <a:schemeClr val="dk2"/>
                </a:solidFill>
              </a:defRPr>
            </a:lvl5pPr>
            <a:lvl6pPr marL="2743200" lvl="5" indent="-40063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■"/>
              <a:defRPr sz="2709">
                <a:solidFill>
                  <a:schemeClr val="dk2"/>
                </a:solidFill>
              </a:defRPr>
            </a:lvl6pPr>
            <a:lvl7pPr marL="3200400" lvl="6" indent="-40063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●"/>
              <a:defRPr sz="2709">
                <a:solidFill>
                  <a:schemeClr val="dk2"/>
                </a:solidFill>
              </a:defRPr>
            </a:lvl7pPr>
            <a:lvl8pPr marL="3657600" lvl="7" indent="-40063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○"/>
              <a:defRPr sz="2709">
                <a:solidFill>
                  <a:schemeClr val="dk2"/>
                </a:solidFill>
              </a:defRPr>
            </a:lvl8pPr>
            <a:lvl9pPr marL="4114800" lvl="8" indent="-40063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■"/>
              <a:defRPr sz="2709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 algn="r">
              <a:buNone/>
              <a:defRPr sz="1935">
                <a:solidFill>
                  <a:schemeClr val="dk2"/>
                </a:solidFill>
              </a:defRPr>
            </a:lvl1pPr>
            <a:lvl2pPr lvl="1" algn="r">
              <a:buNone/>
              <a:defRPr sz="1935">
                <a:solidFill>
                  <a:schemeClr val="dk2"/>
                </a:solidFill>
              </a:defRPr>
            </a:lvl2pPr>
            <a:lvl3pPr lvl="2" algn="r">
              <a:buNone/>
              <a:defRPr sz="1935">
                <a:solidFill>
                  <a:schemeClr val="dk2"/>
                </a:solidFill>
              </a:defRPr>
            </a:lvl3pPr>
            <a:lvl4pPr lvl="3" algn="r">
              <a:buNone/>
              <a:defRPr sz="1935">
                <a:solidFill>
                  <a:schemeClr val="dk2"/>
                </a:solidFill>
              </a:defRPr>
            </a:lvl4pPr>
            <a:lvl5pPr lvl="4" algn="r">
              <a:buNone/>
              <a:defRPr sz="1935">
                <a:solidFill>
                  <a:schemeClr val="dk2"/>
                </a:solidFill>
              </a:defRPr>
            </a:lvl5pPr>
            <a:lvl6pPr lvl="5" algn="r">
              <a:buNone/>
              <a:defRPr sz="1935">
                <a:solidFill>
                  <a:schemeClr val="dk2"/>
                </a:solidFill>
              </a:defRPr>
            </a:lvl6pPr>
            <a:lvl7pPr lvl="6" algn="r">
              <a:buNone/>
              <a:defRPr sz="1935">
                <a:solidFill>
                  <a:schemeClr val="dk2"/>
                </a:solidFill>
              </a:defRPr>
            </a:lvl7pPr>
            <a:lvl8pPr lvl="7" algn="r">
              <a:buNone/>
              <a:defRPr sz="1935">
                <a:solidFill>
                  <a:schemeClr val="dk2"/>
                </a:solidFill>
              </a:defRPr>
            </a:lvl8pPr>
            <a:lvl9pPr lvl="8" algn="r">
              <a:buNone/>
              <a:defRPr sz="1935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58825" y="4061600"/>
            <a:ext cx="7224000" cy="9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&lt;&lt;Nombre y Apellido&gt;&gt;</a:t>
            </a:r>
            <a:endParaRPr sz="30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/>
        </p:nvSpPr>
        <p:spPr>
          <a:xfrm>
            <a:off x="1537374" y="5635850"/>
            <a:ext cx="70692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AE 01&gt;&gt;</a:t>
            </a:r>
            <a:endParaRPr sz="190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8" name="Google Shape;68;p16"/>
          <p:cNvSpPr txBox="1"/>
          <p:nvPr/>
        </p:nvSpPr>
        <p:spPr>
          <a:xfrm>
            <a:off x="1537363" y="5117200"/>
            <a:ext cx="5083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01&gt;&gt;</a:t>
            </a:r>
            <a:endParaRPr sz="19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9" name="Google Shape;69;p16"/>
          <p:cNvSpPr txBox="1"/>
          <p:nvPr/>
        </p:nvSpPr>
        <p:spPr>
          <a:xfrm>
            <a:off x="7664530" y="5117200"/>
            <a:ext cx="16185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AE 01&gt;&gt;</a:t>
            </a:r>
            <a:endParaRPr sz="19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0" name="Google Shape;70;p16"/>
          <p:cNvSpPr txBox="1"/>
          <p:nvPr/>
        </p:nvSpPr>
        <p:spPr>
          <a:xfrm>
            <a:off x="1537374" y="6811300"/>
            <a:ext cx="70692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AE 02&gt;&gt;</a:t>
            </a:r>
            <a:endParaRPr sz="190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1" name="Google Shape;71;p16"/>
          <p:cNvSpPr txBox="1"/>
          <p:nvPr/>
        </p:nvSpPr>
        <p:spPr>
          <a:xfrm>
            <a:off x="1537363" y="6292650"/>
            <a:ext cx="5083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02&gt;&gt;</a:t>
            </a:r>
            <a:endParaRPr sz="19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2" name="Google Shape;72;p16"/>
          <p:cNvSpPr txBox="1"/>
          <p:nvPr/>
        </p:nvSpPr>
        <p:spPr>
          <a:xfrm>
            <a:off x="7664530" y="6292650"/>
            <a:ext cx="16185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AE 02&gt;&gt;</a:t>
            </a:r>
            <a:endParaRPr sz="19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3" name="Google Shape;73;p16"/>
          <p:cNvSpPr txBox="1"/>
          <p:nvPr/>
        </p:nvSpPr>
        <p:spPr>
          <a:xfrm>
            <a:off x="1537374" y="7986750"/>
            <a:ext cx="70692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AE 03&gt;&gt;</a:t>
            </a:r>
            <a:endParaRPr sz="190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1537363" y="7468100"/>
            <a:ext cx="5083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03&gt;&gt;</a:t>
            </a:r>
            <a:endParaRPr sz="19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7664530" y="7468100"/>
            <a:ext cx="16185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AE 03&gt;&gt;</a:t>
            </a:r>
            <a:endParaRPr sz="19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1537374" y="9162200"/>
            <a:ext cx="70692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AE 04&gt;&gt;</a:t>
            </a:r>
            <a:endParaRPr sz="190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1537363" y="8643550"/>
            <a:ext cx="5083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04&gt;&gt;</a:t>
            </a:r>
            <a:endParaRPr sz="19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7664530" y="8643550"/>
            <a:ext cx="16185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AE 04&gt;&gt;</a:t>
            </a:r>
            <a:endParaRPr sz="19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1537374" y="10337650"/>
            <a:ext cx="70692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AE 05&gt;&gt;</a:t>
            </a:r>
            <a:endParaRPr sz="190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1537363" y="9819000"/>
            <a:ext cx="5083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05&gt;&gt;</a:t>
            </a:r>
            <a:endParaRPr sz="19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7664530" y="9819000"/>
            <a:ext cx="16185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AE 05&gt;&gt;</a:t>
            </a:r>
            <a:endParaRPr sz="19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1537374" y="11513100"/>
            <a:ext cx="70692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AE 06&gt;&gt;</a:t>
            </a:r>
            <a:endParaRPr sz="190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1537363" y="10994450"/>
            <a:ext cx="5083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06&gt;&gt;</a:t>
            </a:r>
            <a:endParaRPr sz="19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7664530" y="10994450"/>
            <a:ext cx="16185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AE 06&gt;&gt;</a:t>
            </a:r>
            <a:endParaRPr sz="19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1537374" y="12688550"/>
            <a:ext cx="70692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AE 07&gt;&gt;</a:t>
            </a:r>
            <a:endParaRPr sz="190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1537363" y="12169900"/>
            <a:ext cx="5083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07&gt;&gt;</a:t>
            </a:r>
            <a:endParaRPr sz="19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7664530" y="12169900"/>
            <a:ext cx="16185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AE 07&gt;&gt;</a:t>
            </a:r>
            <a:endParaRPr sz="19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1537374" y="13864000"/>
            <a:ext cx="70692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AE 08&gt;&gt;</a:t>
            </a:r>
            <a:endParaRPr sz="190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1537363" y="13345350"/>
            <a:ext cx="5083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08&gt;&gt;</a:t>
            </a:r>
            <a:endParaRPr sz="19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7664530" y="13345350"/>
            <a:ext cx="16185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AE 08&gt;&gt;</a:t>
            </a:r>
            <a:endParaRPr sz="19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/>
        </p:nvSpPr>
        <p:spPr>
          <a:xfrm>
            <a:off x="1215250" y="3574600"/>
            <a:ext cx="77841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&lt;&lt;Carrera 03&gt;&gt;</a:t>
            </a:r>
            <a:endParaRPr sz="22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6" name="Google Shape;96;p17"/>
          <p:cNvSpPr txBox="1"/>
          <p:nvPr/>
        </p:nvSpPr>
        <p:spPr>
          <a:xfrm>
            <a:off x="1215250" y="5955850"/>
            <a:ext cx="77841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&lt;&lt;Carrera 04&gt;&gt;</a:t>
            </a:r>
            <a:endParaRPr sz="22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1089350" y="10899000"/>
            <a:ext cx="79101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&lt;&lt;Carrera 01&gt;&gt;</a:t>
            </a:r>
            <a:endParaRPr sz="22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1089350" y="13263825"/>
            <a:ext cx="79101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&lt;&lt;Carrera 02&gt;&gt;</a:t>
            </a:r>
            <a:endParaRPr sz="22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4346900" y="4872825"/>
            <a:ext cx="4652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Carrera 03&gt;&gt;</a:t>
            </a:r>
            <a:endParaRPr sz="1800" i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4346900" y="7235825"/>
            <a:ext cx="4652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Carrera 04&gt;&gt;</a:t>
            </a:r>
            <a:endParaRPr sz="1800" i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01" name="Google Shape;101;p17"/>
          <p:cNvSpPr txBox="1"/>
          <p:nvPr/>
        </p:nvSpPr>
        <p:spPr>
          <a:xfrm>
            <a:off x="4346900" y="12188075"/>
            <a:ext cx="4652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Carrera 01&gt;&gt;</a:t>
            </a:r>
            <a:endParaRPr sz="1800" i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02" name="Google Shape;102;p17"/>
          <p:cNvSpPr txBox="1"/>
          <p:nvPr/>
        </p:nvSpPr>
        <p:spPr>
          <a:xfrm>
            <a:off x="4346900" y="14551075"/>
            <a:ext cx="4652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Carrera 02&gt;&gt;</a:t>
            </a:r>
            <a:endParaRPr sz="1800" i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/>
        </p:nvSpPr>
        <p:spPr>
          <a:xfrm>
            <a:off x="1251450" y="1188625"/>
            <a:ext cx="77841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&lt;&lt;Carrera 01&gt;&gt;</a:t>
            </a:r>
            <a:endParaRPr sz="22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12" name="Google Shape;112;p19"/>
          <p:cNvSpPr txBox="1"/>
          <p:nvPr/>
        </p:nvSpPr>
        <p:spPr>
          <a:xfrm>
            <a:off x="4412925" y="2867950"/>
            <a:ext cx="462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i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Carrera 01&gt;&gt;</a:t>
            </a:r>
            <a:endParaRPr sz="2000" i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13" name="Google Shape;113;p19"/>
          <p:cNvSpPr txBox="1"/>
          <p:nvPr/>
        </p:nvSpPr>
        <p:spPr>
          <a:xfrm>
            <a:off x="900250" y="4788150"/>
            <a:ext cx="8330400" cy="54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01 Carrera 01&gt;&gt;</a:t>
            </a: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1253625" y="12763000"/>
            <a:ext cx="7784100" cy="40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02 Carrera 01&gt;&gt;</a:t>
            </a:r>
            <a:endParaRPr sz="25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/>
        </p:nvSpPr>
        <p:spPr>
          <a:xfrm>
            <a:off x="1251450" y="1188625"/>
            <a:ext cx="77841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&lt;&lt;Carrera 02&gt;&gt;</a:t>
            </a:r>
            <a:endParaRPr sz="22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20" name="Google Shape;120;p20"/>
          <p:cNvSpPr txBox="1"/>
          <p:nvPr/>
        </p:nvSpPr>
        <p:spPr>
          <a:xfrm>
            <a:off x="4412925" y="2867950"/>
            <a:ext cx="462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i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Carrera 02&gt;&gt;</a:t>
            </a:r>
            <a:endParaRPr sz="2000" i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21" name="Google Shape;121;p20"/>
          <p:cNvSpPr txBox="1"/>
          <p:nvPr/>
        </p:nvSpPr>
        <p:spPr>
          <a:xfrm>
            <a:off x="900250" y="4788150"/>
            <a:ext cx="8330400" cy="54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01 Carrera 02&gt;&gt;</a:t>
            </a: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22" name="Google Shape;122;p20"/>
          <p:cNvSpPr txBox="1"/>
          <p:nvPr/>
        </p:nvSpPr>
        <p:spPr>
          <a:xfrm>
            <a:off x="1253625" y="12763000"/>
            <a:ext cx="7784100" cy="40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02 Carrera 02&gt;&gt;</a:t>
            </a:r>
            <a:endParaRPr sz="25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/>
          <p:nvPr/>
        </p:nvSpPr>
        <p:spPr>
          <a:xfrm>
            <a:off x="1251450" y="1188625"/>
            <a:ext cx="77841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&lt;&lt;Carrera 03&gt;&gt;</a:t>
            </a:r>
            <a:endParaRPr sz="22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28" name="Google Shape;128;p21"/>
          <p:cNvSpPr txBox="1"/>
          <p:nvPr/>
        </p:nvSpPr>
        <p:spPr>
          <a:xfrm>
            <a:off x="4412925" y="2867950"/>
            <a:ext cx="462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i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Carrera 03&gt;&gt;</a:t>
            </a:r>
            <a:endParaRPr sz="2000" i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29" name="Google Shape;129;p21"/>
          <p:cNvSpPr txBox="1"/>
          <p:nvPr/>
        </p:nvSpPr>
        <p:spPr>
          <a:xfrm>
            <a:off x="900250" y="4788150"/>
            <a:ext cx="8330400" cy="54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01 Carrera 03&gt;&gt;</a:t>
            </a: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30" name="Google Shape;130;p21"/>
          <p:cNvSpPr txBox="1"/>
          <p:nvPr/>
        </p:nvSpPr>
        <p:spPr>
          <a:xfrm>
            <a:off x="1253625" y="12763000"/>
            <a:ext cx="7784100" cy="40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02 Carrera 03&gt;&gt;</a:t>
            </a:r>
            <a:endParaRPr sz="25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/>
        </p:nvSpPr>
        <p:spPr>
          <a:xfrm>
            <a:off x="1251450" y="1188625"/>
            <a:ext cx="77841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&lt;&lt;Carrera 04&gt;&gt;</a:t>
            </a:r>
            <a:endParaRPr sz="22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36" name="Google Shape;136;p22"/>
          <p:cNvSpPr txBox="1"/>
          <p:nvPr/>
        </p:nvSpPr>
        <p:spPr>
          <a:xfrm>
            <a:off x="4412925" y="2867950"/>
            <a:ext cx="462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i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Carrera 04&gt;&gt;</a:t>
            </a:r>
            <a:endParaRPr sz="2000" i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37" name="Google Shape;137;p22"/>
          <p:cNvSpPr txBox="1"/>
          <p:nvPr/>
        </p:nvSpPr>
        <p:spPr>
          <a:xfrm>
            <a:off x="900250" y="4788150"/>
            <a:ext cx="8330400" cy="54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01 Carrera 04&gt;&gt;</a:t>
            </a: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38" name="Google Shape;138;p22"/>
          <p:cNvSpPr txBox="1"/>
          <p:nvPr/>
        </p:nvSpPr>
        <p:spPr>
          <a:xfrm>
            <a:off x="1253625" y="12763000"/>
            <a:ext cx="7784100" cy="40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02 Carrera 04&gt;&gt;</a:t>
            </a:r>
            <a:endParaRPr sz="25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4"/>
          <p:cNvSpPr txBox="1"/>
          <p:nvPr/>
        </p:nvSpPr>
        <p:spPr>
          <a:xfrm>
            <a:off x="853200" y="5058350"/>
            <a:ext cx="8428200" cy="10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Estilo&gt;&gt;</a:t>
            </a:r>
            <a:endParaRPr sz="2500">
              <a:solidFill>
                <a:schemeClr val="dk2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5"/>
          <p:cNvSpPr txBox="1"/>
          <p:nvPr/>
        </p:nvSpPr>
        <p:spPr>
          <a:xfrm>
            <a:off x="966125" y="10821875"/>
            <a:ext cx="8406600" cy="52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83">
                <a:solidFill>
                  <a:schemeClr val="dk1"/>
                </a:solidFill>
              </a:rPr>
              <a:t>&lt;&lt;URL GRAFICO HOLLAND&gt;&gt;</a:t>
            </a:r>
            <a:endParaRPr sz="3483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/>
        </p:nvSpPr>
        <p:spPr>
          <a:xfrm>
            <a:off x="1490300" y="1614725"/>
            <a:ext cx="52875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&lt;&lt;Holland 01&gt;&gt;</a:t>
            </a:r>
            <a:endParaRPr sz="42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58" name="Google Shape;158;p26"/>
          <p:cNvSpPr txBox="1"/>
          <p:nvPr/>
        </p:nvSpPr>
        <p:spPr>
          <a:xfrm>
            <a:off x="1490300" y="4000500"/>
            <a:ext cx="7145700" cy="117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Holland 01&gt;&gt;</a:t>
            </a:r>
            <a:endParaRPr sz="27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 txBox="1"/>
          <p:nvPr/>
        </p:nvSpPr>
        <p:spPr>
          <a:xfrm>
            <a:off x="1490300" y="1614725"/>
            <a:ext cx="52875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&lt;&lt;Holland 02&gt;&gt;</a:t>
            </a:r>
            <a:endParaRPr sz="42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64" name="Google Shape;164;p27"/>
          <p:cNvSpPr txBox="1"/>
          <p:nvPr/>
        </p:nvSpPr>
        <p:spPr>
          <a:xfrm>
            <a:off x="1490300" y="4000500"/>
            <a:ext cx="7145700" cy="117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Holland 02&gt;&gt;</a:t>
            </a:r>
            <a:endParaRPr sz="27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/>
          <p:nvPr/>
        </p:nvSpPr>
        <p:spPr>
          <a:xfrm>
            <a:off x="1490300" y="1614725"/>
            <a:ext cx="52875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&lt;&lt;Holland 03&gt;&gt;</a:t>
            </a:r>
            <a:endParaRPr sz="42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70" name="Google Shape;170;p28"/>
          <p:cNvSpPr txBox="1"/>
          <p:nvPr/>
        </p:nvSpPr>
        <p:spPr>
          <a:xfrm>
            <a:off x="1490300" y="4000500"/>
            <a:ext cx="7145700" cy="117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Holland 03&gt;&gt;</a:t>
            </a:r>
            <a:endParaRPr sz="27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9"/>
          <p:cNvSpPr txBox="1"/>
          <p:nvPr/>
        </p:nvSpPr>
        <p:spPr>
          <a:xfrm>
            <a:off x="1627575" y="2800450"/>
            <a:ext cx="52875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&lt;&lt;Holland 04&gt;&gt;</a:t>
            </a:r>
            <a:endParaRPr sz="28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76" name="Google Shape;176;p29"/>
          <p:cNvSpPr txBox="1"/>
          <p:nvPr/>
        </p:nvSpPr>
        <p:spPr>
          <a:xfrm>
            <a:off x="1627575" y="3681500"/>
            <a:ext cx="52875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&lt;&lt;Holland 05&gt;&gt;</a:t>
            </a:r>
            <a:endParaRPr sz="28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77" name="Google Shape;177;p29"/>
          <p:cNvSpPr txBox="1"/>
          <p:nvPr/>
        </p:nvSpPr>
        <p:spPr>
          <a:xfrm>
            <a:off x="1627575" y="4634000"/>
            <a:ext cx="52875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&lt;&lt;Holland 06&gt;&gt;</a:t>
            </a:r>
            <a:endParaRPr sz="28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0"/>
          <p:cNvSpPr txBox="1"/>
          <p:nvPr/>
        </p:nvSpPr>
        <p:spPr>
          <a:xfrm>
            <a:off x="1490300" y="1614725"/>
            <a:ext cx="52875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&lt;&lt;Holland 04&gt;&gt;</a:t>
            </a:r>
            <a:endParaRPr sz="4200" b="1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83" name="Google Shape;183;p30"/>
          <p:cNvSpPr txBox="1"/>
          <p:nvPr/>
        </p:nvSpPr>
        <p:spPr>
          <a:xfrm>
            <a:off x="1490300" y="4000500"/>
            <a:ext cx="7145700" cy="117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&lt;&lt;DESC Holland 04&gt;&gt;</a:t>
            </a:r>
            <a:endParaRPr sz="27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1"/>
          <p:cNvSpPr txBox="1"/>
          <p:nvPr/>
        </p:nvSpPr>
        <p:spPr>
          <a:xfrm>
            <a:off x="1490300" y="1614725"/>
            <a:ext cx="52875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&lt;&lt;Holland 05&gt;&gt;</a:t>
            </a:r>
            <a:endParaRPr sz="4200" b="1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89" name="Google Shape;189;p31"/>
          <p:cNvSpPr txBox="1"/>
          <p:nvPr/>
        </p:nvSpPr>
        <p:spPr>
          <a:xfrm>
            <a:off x="1490300" y="4000500"/>
            <a:ext cx="7145700" cy="117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&lt;&lt;DESC Holland 05&gt;&gt;</a:t>
            </a:r>
            <a:endParaRPr sz="27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2"/>
          <p:cNvSpPr txBox="1"/>
          <p:nvPr/>
        </p:nvSpPr>
        <p:spPr>
          <a:xfrm>
            <a:off x="1490300" y="1614725"/>
            <a:ext cx="52875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&lt;&lt;Holland 06&gt;&gt;</a:t>
            </a:r>
            <a:endParaRPr sz="4200" b="1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95" name="Google Shape;195;p32"/>
          <p:cNvSpPr txBox="1"/>
          <p:nvPr/>
        </p:nvSpPr>
        <p:spPr>
          <a:xfrm>
            <a:off x="1490300" y="4000500"/>
            <a:ext cx="7145700" cy="117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&lt;&lt;DESC Holland 06&gt;&gt;</a:t>
            </a:r>
            <a:endParaRPr sz="27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4"/>
          <p:cNvSpPr txBox="1"/>
          <p:nvPr/>
        </p:nvSpPr>
        <p:spPr>
          <a:xfrm>
            <a:off x="1525350" y="7254400"/>
            <a:ext cx="7267200" cy="26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interes 01&gt;&gt;</a:t>
            </a: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05" name="Google Shape;205;p34"/>
          <p:cNvSpPr txBox="1"/>
          <p:nvPr/>
        </p:nvSpPr>
        <p:spPr>
          <a:xfrm>
            <a:off x="1525350" y="10264300"/>
            <a:ext cx="7267200" cy="26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interes 02&gt;&gt;</a:t>
            </a: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/>
          <p:nvPr/>
        </p:nvSpPr>
        <p:spPr>
          <a:xfrm>
            <a:off x="907625" y="1697175"/>
            <a:ext cx="8432700" cy="86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83">
                <a:solidFill>
                  <a:schemeClr val="dk1"/>
                </a:solidFill>
                <a:latin typeface="Public Sans Light"/>
                <a:ea typeface="Public Sans Light"/>
                <a:cs typeface="Public Sans Light"/>
                <a:sym typeface="Public Sans Light"/>
              </a:rPr>
              <a:t>Tus intereses fueron una de las claves para sugerirte opciones dentro de las áreas de estudio: </a:t>
            </a:r>
            <a:endParaRPr sz="2483">
              <a:solidFill>
                <a:schemeClr val="dk1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83">
              <a:solidFill>
                <a:schemeClr val="dk1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83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Carrera 03 v2&gt;&gt;</a:t>
            </a:r>
            <a:endParaRPr sz="2283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83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83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Carrera 04 v2&gt;&gt;</a:t>
            </a:r>
            <a:endParaRPr sz="2283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83">
              <a:solidFill>
                <a:schemeClr val="dk1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83">
                <a:solidFill>
                  <a:schemeClr val="dk1"/>
                </a:solidFill>
                <a:latin typeface="Public Sans Light"/>
                <a:ea typeface="Public Sans Light"/>
                <a:cs typeface="Public Sans Light"/>
                <a:sym typeface="Public Sans Light"/>
              </a:rPr>
              <a:t>Las áreas en las que mostraste mayor afinidad coinciden con el perfil de carreras como:</a:t>
            </a:r>
            <a:endParaRPr sz="2483">
              <a:solidFill>
                <a:schemeClr val="dk1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83">
              <a:solidFill>
                <a:schemeClr val="dk1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&lt;&lt;Carrera 03&gt;&gt;</a:t>
            </a:r>
            <a:endParaRPr sz="22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&lt;&lt;Carrera 04&gt;&gt;</a:t>
            </a:r>
            <a:endParaRPr sz="22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83">
              <a:solidFill>
                <a:schemeClr val="dk1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83">
                <a:solidFill>
                  <a:schemeClr val="dk1"/>
                </a:solidFill>
                <a:latin typeface="Public Sans Light"/>
                <a:ea typeface="Public Sans Light"/>
                <a:cs typeface="Public Sans Light"/>
                <a:sym typeface="Public Sans Light"/>
              </a:rPr>
              <a:t>Estas opciones no solo se alinean con tus habilidades, sino también con aquello que te motiva.</a:t>
            </a:r>
            <a:endParaRPr sz="2483">
              <a:solidFill>
                <a:schemeClr val="dk1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83">
              <a:solidFill>
                <a:schemeClr val="dk1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83">
                <a:solidFill>
                  <a:schemeClr val="dk1"/>
                </a:solidFill>
                <a:latin typeface="Public Sans Light"/>
                <a:ea typeface="Public Sans Light"/>
                <a:cs typeface="Public Sans Light"/>
                <a:sym typeface="Public Sans Light"/>
              </a:rPr>
              <a:t>En otras palabras, no se trata solo de lo que podrías hacer bien, sino de lo que realmente despierta tu interés y curiosidad.</a:t>
            </a:r>
            <a:endParaRPr sz="2483">
              <a:solidFill>
                <a:schemeClr val="dk1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7"/>
          <p:cNvSpPr txBox="1"/>
          <p:nvPr/>
        </p:nvSpPr>
        <p:spPr>
          <a:xfrm>
            <a:off x="923400" y="1038875"/>
            <a:ext cx="84402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Gardner 01&gt;&gt;</a:t>
            </a:r>
            <a:endParaRPr sz="260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20" name="Google Shape;220;p37"/>
          <p:cNvSpPr txBox="1"/>
          <p:nvPr/>
        </p:nvSpPr>
        <p:spPr>
          <a:xfrm>
            <a:off x="923400" y="444025"/>
            <a:ext cx="5594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01&gt;&gt;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21" name="Google Shape;221;p37"/>
          <p:cNvSpPr txBox="1"/>
          <p:nvPr/>
        </p:nvSpPr>
        <p:spPr>
          <a:xfrm>
            <a:off x="7582650" y="444025"/>
            <a:ext cx="17811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01&gt;&gt;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22" name="Google Shape;222;p37"/>
          <p:cNvSpPr txBox="1"/>
          <p:nvPr/>
        </p:nvSpPr>
        <p:spPr>
          <a:xfrm>
            <a:off x="923400" y="2371125"/>
            <a:ext cx="84402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Gardner 02&gt;&gt;</a:t>
            </a:r>
            <a:endParaRPr sz="260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23" name="Google Shape;223;p37"/>
          <p:cNvSpPr txBox="1"/>
          <p:nvPr/>
        </p:nvSpPr>
        <p:spPr>
          <a:xfrm>
            <a:off x="923400" y="1776275"/>
            <a:ext cx="5594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02&gt;&gt;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24" name="Google Shape;224;p37"/>
          <p:cNvSpPr txBox="1"/>
          <p:nvPr/>
        </p:nvSpPr>
        <p:spPr>
          <a:xfrm>
            <a:off x="7582650" y="1776275"/>
            <a:ext cx="17811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02&gt;&gt;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25" name="Google Shape;225;p37"/>
          <p:cNvSpPr txBox="1"/>
          <p:nvPr/>
        </p:nvSpPr>
        <p:spPr>
          <a:xfrm>
            <a:off x="923400" y="3773150"/>
            <a:ext cx="84402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Gardner 03&gt;&gt;</a:t>
            </a:r>
            <a:endParaRPr sz="260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26" name="Google Shape;226;p37"/>
          <p:cNvSpPr txBox="1"/>
          <p:nvPr/>
        </p:nvSpPr>
        <p:spPr>
          <a:xfrm>
            <a:off x="923400" y="3178300"/>
            <a:ext cx="5594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03&gt;&gt;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27" name="Google Shape;227;p37"/>
          <p:cNvSpPr txBox="1"/>
          <p:nvPr/>
        </p:nvSpPr>
        <p:spPr>
          <a:xfrm>
            <a:off x="7582500" y="3178300"/>
            <a:ext cx="17811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03&gt;&gt;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28" name="Google Shape;228;p37"/>
          <p:cNvSpPr txBox="1"/>
          <p:nvPr/>
        </p:nvSpPr>
        <p:spPr>
          <a:xfrm>
            <a:off x="923400" y="5288088"/>
            <a:ext cx="84402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Gardner 04&gt;&gt;</a:t>
            </a:r>
            <a:endParaRPr sz="260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29" name="Google Shape;229;p37"/>
          <p:cNvSpPr txBox="1"/>
          <p:nvPr/>
        </p:nvSpPr>
        <p:spPr>
          <a:xfrm>
            <a:off x="923400" y="4693250"/>
            <a:ext cx="5594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04&gt;&gt;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30" name="Google Shape;230;p37"/>
          <p:cNvSpPr txBox="1"/>
          <p:nvPr/>
        </p:nvSpPr>
        <p:spPr>
          <a:xfrm>
            <a:off x="7582500" y="4693250"/>
            <a:ext cx="17811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04&gt;&gt;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31" name="Google Shape;231;p37"/>
          <p:cNvSpPr txBox="1"/>
          <p:nvPr/>
        </p:nvSpPr>
        <p:spPr>
          <a:xfrm>
            <a:off x="923400" y="6859488"/>
            <a:ext cx="84402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Gardner 05&gt;&gt;</a:t>
            </a:r>
            <a:endParaRPr sz="260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32" name="Google Shape;232;p37"/>
          <p:cNvSpPr txBox="1"/>
          <p:nvPr/>
        </p:nvSpPr>
        <p:spPr>
          <a:xfrm>
            <a:off x="923400" y="6264650"/>
            <a:ext cx="5594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05&gt;&gt;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33" name="Google Shape;233;p37"/>
          <p:cNvSpPr txBox="1"/>
          <p:nvPr/>
        </p:nvSpPr>
        <p:spPr>
          <a:xfrm>
            <a:off x="7582500" y="6264650"/>
            <a:ext cx="17811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05&gt;&gt;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34" name="Google Shape;234;p37"/>
          <p:cNvSpPr txBox="1"/>
          <p:nvPr/>
        </p:nvSpPr>
        <p:spPr>
          <a:xfrm>
            <a:off x="923400" y="8459113"/>
            <a:ext cx="84402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Gardner 06&gt;&gt;</a:t>
            </a:r>
            <a:endParaRPr sz="260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35" name="Google Shape;235;p37"/>
          <p:cNvSpPr txBox="1"/>
          <p:nvPr/>
        </p:nvSpPr>
        <p:spPr>
          <a:xfrm>
            <a:off x="923400" y="7864275"/>
            <a:ext cx="5594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06&gt;&gt;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36" name="Google Shape;236;p37"/>
          <p:cNvSpPr txBox="1"/>
          <p:nvPr/>
        </p:nvSpPr>
        <p:spPr>
          <a:xfrm>
            <a:off x="7582650" y="7864275"/>
            <a:ext cx="17811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06&gt;&gt;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37" name="Google Shape;237;p37"/>
          <p:cNvSpPr txBox="1"/>
          <p:nvPr/>
        </p:nvSpPr>
        <p:spPr>
          <a:xfrm>
            <a:off x="923400" y="10058750"/>
            <a:ext cx="84402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Gardner 07&gt;&gt;</a:t>
            </a:r>
            <a:endParaRPr sz="260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38" name="Google Shape;238;p37"/>
          <p:cNvSpPr txBox="1"/>
          <p:nvPr/>
        </p:nvSpPr>
        <p:spPr>
          <a:xfrm>
            <a:off x="923400" y="9463900"/>
            <a:ext cx="5594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07&gt;&gt;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39" name="Google Shape;239;p37"/>
          <p:cNvSpPr txBox="1"/>
          <p:nvPr/>
        </p:nvSpPr>
        <p:spPr>
          <a:xfrm>
            <a:off x="7582500" y="9463900"/>
            <a:ext cx="17811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07&gt;&gt;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40" name="Google Shape;240;p37"/>
          <p:cNvSpPr txBox="1"/>
          <p:nvPr/>
        </p:nvSpPr>
        <p:spPr>
          <a:xfrm>
            <a:off x="923400" y="11553250"/>
            <a:ext cx="84402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Gardner 08&gt;&gt;</a:t>
            </a:r>
            <a:endParaRPr sz="260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41" name="Google Shape;241;p37"/>
          <p:cNvSpPr txBox="1"/>
          <p:nvPr/>
        </p:nvSpPr>
        <p:spPr>
          <a:xfrm>
            <a:off x="923400" y="10958400"/>
            <a:ext cx="5594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08&gt;&gt;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42" name="Google Shape;242;p37"/>
          <p:cNvSpPr txBox="1"/>
          <p:nvPr/>
        </p:nvSpPr>
        <p:spPr>
          <a:xfrm>
            <a:off x="7582500" y="10958400"/>
            <a:ext cx="17811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08&gt;&gt;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8"/>
          <p:cNvSpPr txBox="1"/>
          <p:nvPr/>
        </p:nvSpPr>
        <p:spPr>
          <a:xfrm>
            <a:off x="1490300" y="1690925"/>
            <a:ext cx="55140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01&gt;&gt;</a:t>
            </a:r>
            <a:endParaRPr sz="30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48" name="Google Shape;248;p38"/>
          <p:cNvSpPr txBox="1"/>
          <p:nvPr/>
        </p:nvSpPr>
        <p:spPr>
          <a:xfrm>
            <a:off x="6427775" y="3233789"/>
            <a:ext cx="25011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i="1" dirty="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01&gt;&gt;</a:t>
            </a:r>
            <a:endParaRPr sz="3000" b="1" i="1" dirty="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49" name="Google Shape;249;p38"/>
          <p:cNvSpPr txBox="1"/>
          <p:nvPr/>
        </p:nvSpPr>
        <p:spPr>
          <a:xfrm>
            <a:off x="1457250" y="4256725"/>
            <a:ext cx="7232400" cy="41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Gardner 01&gt;&gt;</a:t>
            </a:r>
            <a:endParaRPr sz="2600">
              <a:solidFill>
                <a:schemeClr val="dk1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</p:txBody>
      </p:sp>
      <p:sp>
        <p:nvSpPr>
          <p:cNvPr id="250" name="Google Shape;250;p38"/>
          <p:cNvSpPr txBox="1"/>
          <p:nvPr/>
        </p:nvSpPr>
        <p:spPr>
          <a:xfrm>
            <a:off x="1490300" y="10073800"/>
            <a:ext cx="55140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02&gt;&gt;</a:t>
            </a:r>
            <a:endParaRPr sz="30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51" name="Google Shape;251;p38"/>
          <p:cNvSpPr txBox="1"/>
          <p:nvPr/>
        </p:nvSpPr>
        <p:spPr>
          <a:xfrm>
            <a:off x="6427775" y="11620714"/>
            <a:ext cx="25011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i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02&gt;&gt;</a:t>
            </a:r>
            <a:endParaRPr sz="3000" b="1" i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52" name="Google Shape;252;p38"/>
          <p:cNvSpPr txBox="1"/>
          <p:nvPr/>
        </p:nvSpPr>
        <p:spPr>
          <a:xfrm>
            <a:off x="1457250" y="12715800"/>
            <a:ext cx="7232400" cy="41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Gardner 02&gt;&gt;</a:t>
            </a:r>
            <a:endParaRPr sz="2600">
              <a:solidFill>
                <a:schemeClr val="dk1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9"/>
          <p:cNvSpPr txBox="1"/>
          <p:nvPr/>
        </p:nvSpPr>
        <p:spPr>
          <a:xfrm>
            <a:off x="1490300" y="1614725"/>
            <a:ext cx="55140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03&gt;&gt;</a:t>
            </a:r>
            <a:endParaRPr sz="30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58" name="Google Shape;258;p39"/>
          <p:cNvSpPr txBox="1"/>
          <p:nvPr/>
        </p:nvSpPr>
        <p:spPr>
          <a:xfrm>
            <a:off x="6427775" y="3233789"/>
            <a:ext cx="25011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i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03&gt;&gt;</a:t>
            </a:r>
            <a:endParaRPr sz="3000" b="1" i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59" name="Google Shape;259;p39"/>
          <p:cNvSpPr txBox="1"/>
          <p:nvPr/>
        </p:nvSpPr>
        <p:spPr>
          <a:xfrm>
            <a:off x="1457250" y="4256725"/>
            <a:ext cx="7232400" cy="41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Gardner 03&gt;&gt;</a:t>
            </a:r>
            <a:endParaRPr sz="2600">
              <a:solidFill>
                <a:schemeClr val="dk1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</p:txBody>
      </p:sp>
      <p:sp>
        <p:nvSpPr>
          <p:cNvPr id="260" name="Google Shape;260;p39"/>
          <p:cNvSpPr txBox="1"/>
          <p:nvPr/>
        </p:nvSpPr>
        <p:spPr>
          <a:xfrm>
            <a:off x="1490300" y="10073800"/>
            <a:ext cx="55140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04&gt;&gt;</a:t>
            </a:r>
            <a:endParaRPr sz="30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61" name="Google Shape;261;p39"/>
          <p:cNvSpPr txBox="1"/>
          <p:nvPr/>
        </p:nvSpPr>
        <p:spPr>
          <a:xfrm>
            <a:off x="6427775" y="11620714"/>
            <a:ext cx="25011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i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04&gt;&gt;</a:t>
            </a:r>
            <a:endParaRPr sz="3000" b="1" i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62" name="Google Shape;262;p39"/>
          <p:cNvSpPr txBox="1"/>
          <p:nvPr/>
        </p:nvSpPr>
        <p:spPr>
          <a:xfrm>
            <a:off x="1457250" y="12715800"/>
            <a:ext cx="7232400" cy="41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Gardner 04&gt;&gt;</a:t>
            </a:r>
            <a:endParaRPr sz="2600">
              <a:solidFill>
                <a:schemeClr val="dk1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0"/>
          <p:cNvSpPr txBox="1"/>
          <p:nvPr/>
        </p:nvSpPr>
        <p:spPr>
          <a:xfrm>
            <a:off x="1490300" y="1614725"/>
            <a:ext cx="55140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05&gt;&gt;</a:t>
            </a:r>
            <a:endParaRPr sz="30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68" name="Google Shape;268;p40"/>
          <p:cNvSpPr txBox="1"/>
          <p:nvPr/>
        </p:nvSpPr>
        <p:spPr>
          <a:xfrm>
            <a:off x="6427775" y="3233789"/>
            <a:ext cx="25011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i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05&gt;&gt;</a:t>
            </a:r>
            <a:endParaRPr sz="3000" b="1" i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69" name="Google Shape;269;p40"/>
          <p:cNvSpPr txBox="1"/>
          <p:nvPr/>
        </p:nvSpPr>
        <p:spPr>
          <a:xfrm>
            <a:off x="1457250" y="4256725"/>
            <a:ext cx="7232400" cy="41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Gardner 05&gt;&gt;</a:t>
            </a:r>
            <a:endParaRPr sz="2600">
              <a:solidFill>
                <a:schemeClr val="dk1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</p:txBody>
      </p:sp>
      <p:sp>
        <p:nvSpPr>
          <p:cNvPr id="270" name="Google Shape;270;p40"/>
          <p:cNvSpPr txBox="1"/>
          <p:nvPr/>
        </p:nvSpPr>
        <p:spPr>
          <a:xfrm>
            <a:off x="1490300" y="10073800"/>
            <a:ext cx="55140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06&gt;&gt;</a:t>
            </a:r>
            <a:endParaRPr sz="30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71" name="Google Shape;271;p40"/>
          <p:cNvSpPr txBox="1"/>
          <p:nvPr/>
        </p:nvSpPr>
        <p:spPr>
          <a:xfrm>
            <a:off x="6427775" y="11620714"/>
            <a:ext cx="25011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i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06&gt;&gt;</a:t>
            </a:r>
            <a:endParaRPr sz="3000" b="1" i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72" name="Google Shape;272;p40"/>
          <p:cNvSpPr txBox="1"/>
          <p:nvPr/>
        </p:nvSpPr>
        <p:spPr>
          <a:xfrm>
            <a:off x="1457250" y="12715800"/>
            <a:ext cx="7232400" cy="41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Gardner 06&gt;&gt;</a:t>
            </a:r>
            <a:endParaRPr sz="2600">
              <a:solidFill>
                <a:schemeClr val="dk1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1"/>
          <p:cNvSpPr txBox="1"/>
          <p:nvPr/>
        </p:nvSpPr>
        <p:spPr>
          <a:xfrm>
            <a:off x="1490300" y="1614725"/>
            <a:ext cx="55140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07&gt;&gt;</a:t>
            </a:r>
            <a:endParaRPr sz="30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78" name="Google Shape;278;p41"/>
          <p:cNvSpPr txBox="1"/>
          <p:nvPr/>
        </p:nvSpPr>
        <p:spPr>
          <a:xfrm>
            <a:off x="6427775" y="3233789"/>
            <a:ext cx="25011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i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07&gt;&gt;</a:t>
            </a:r>
            <a:endParaRPr sz="3000" b="1" i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79" name="Google Shape;279;p41"/>
          <p:cNvSpPr txBox="1"/>
          <p:nvPr/>
        </p:nvSpPr>
        <p:spPr>
          <a:xfrm>
            <a:off x="1457250" y="4256725"/>
            <a:ext cx="7232400" cy="41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Gardner 07&gt;&gt;</a:t>
            </a:r>
            <a:endParaRPr sz="2600">
              <a:solidFill>
                <a:schemeClr val="dk1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</p:txBody>
      </p:sp>
      <p:sp>
        <p:nvSpPr>
          <p:cNvPr id="280" name="Google Shape;280;p41"/>
          <p:cNvSpPr txBox="1"/>
          <p:nvPr/>
        </p:nvSpPr>
        <p:spPr>
          <a:xfrm>
            <a:off x="1490300" y="10073800"/>
            <a:ext cx="55140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08&gt;&gt;</a:t>
            </a:r>
            <a:endParaRPr sz="30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81" name="Google Shape;281;p41"/>
          <p:cNvSpPr txBox="1"/>
          <p:nvPr/>
        </p:nvSpPr>
        <p:spPr>
          <a:xfrm>
            <a:off x="6427775" y="11620714"/>
            <a:ext cx="25011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i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08&gt;&gt;</a:t>
            </a:r>
            <a:endParaRPr sz="3000" b="1" i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82" name="Google Shape;282;p41"/>
          <p:cNvSpPr txBox="1"/>
          <p:nvPr/>
        </p:nvSpPr>
        <p:spPr>
          <a:xfrm>
            <a:off x="1457250" y="12715800"/>
            <a:ext cx="7232400" cy="41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Gardner 08&gt;&gt;</a:t>
            </a:r>
            <a:endParaRPr sz="2600">
              <a:solidFill>
                <a:schemeClr val="dk1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619</Words>
  <Application>Microsoft Office PowerPoint</Application>
  <PresentationFormat>Custom</PresentationFormat>
  <Paragraphs>133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Archivo</vt:lpstr>
      <vt:lpstr>Arial</vt:lpstr>
      <vt:lpstr>Public Sans</vt:lpstr>
      <vt:lpstr>Public Sans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juani vila bach</cp:lastModifiedBy>
  <cp:revision>1</cp:revision>
  <dcterms:modified xsi:type="dcterms:W3CDTF">2025-12-22T14:47:07Z</dcterms:modified>
</cp:coreProperties>
</file>