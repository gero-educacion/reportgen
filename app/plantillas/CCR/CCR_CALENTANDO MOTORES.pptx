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8288000" cx="10287000"/>
  <p:notesSz cx="6858000" cy="9144000"/>
  <p:embeddedFontLst>
    <p:embeddedFont>
      <p:font typeface="Public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 orient="horz"/>
        <p:guide pos="3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ublicSans-bold.fntdata"/><Relationship Id="rId14" Type="http://schemas.openxmlformats.org/officeDocument/2006/relationships/font" Target="fonts/PublicSans-regular.fntdata"/><Relationship Id="rId17" Type="http://schemas.openxmlformats.org/officeDocument/2006/relationships/font" Target="fonts/PublicSans-boldItalic.fntdata"/><Relationship Id="rId16" Type="http://schemas.openxmlformats.org/officeDocument/2006/relationships/font" Target="fonts/Public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427e89abb_0_0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427e89a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427e89abb_0_9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427e89ab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427e89abb_0_15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427e89ab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427e89abb_0_18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427e89ab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427e89abb_0_12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427e89ab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427e89abb_0_3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427e89ab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427e89abb_0_6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427e89ab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1pPr>
            <a:lvl2pPr lvl="1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2pPr>
            <a:lvl3pPr lvl="2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3pPr>
            <a:lvl4pPr lvl="3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4pPr>
            <a:lvl5pPr lvl="4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5pPr>
            <a:lvl6pPr lvl="5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6pPr>
            <a:lvl7pPr lvl="6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7pPr>
            <a:lvl8pPr lvl="7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8pPr>
            <a:lvl9pPr lvl="8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1pPr>
            <a:lvl2pPr lvl="1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2pPr>
            <a:lvl3pPr lvl="2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3pPr>
            <a:lvl4pPr lvl="3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4pPr>
            <a:lvl5pPr lvl="4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5pPr>
            <a:lvl6pPr lvl="5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6pPr>
            <a:lvl7pPr lvl="6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7pPr>
            <a:lvl8pPr lvl="7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8pPr>
            <a:lvl9pPr lvl="8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7" lvl="4" marL="22860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7" lvl="5" marL="27432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7" lvl="6" marL="32004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7" lvl="7" marL="36576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7" lvl="8" marL="41148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638" lvl="0" marL="4572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indent="-376060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0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0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0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0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0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638" lvl="0" marL="4572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indent="-376060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0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0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0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0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0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1pPr>
            <a:lvl2pPr lvl="1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2pPr>
            <a:lvl3pPr lvl="2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3pPr>
            <a:lvl4pPr lvl="3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4pPr>
            <a:lvl5pPr lvl="4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5pPr>
            <a:lvl6pPr lvl="5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6pPr>
            <a:lvl7pPr lvl="6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7pPr>
            <a:lvl8pPr lvl="7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8pPr>
            <a:lvl9pPr lvl="8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376060" lvl="0" marL="4572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1pPr>
            <a:lvl2pPr indent="-376060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0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0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0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0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0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1pPr>
            <a:lvl2pPr lvl="1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2pPr>
            <a:lvl3pPr lvl="2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3pPr>
            <a:lvl4pPr lvl="3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4pPr>
            <a:lvl5pPr lvl="4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5pPr>
            <a:lvl6pPr lvl="5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6pPr>
            <a:lvl7pPr lvl="6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7pPr>
            <a:lvl8pPr lvl="7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8pPr>
            <a:lvl9pPr lvl="8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1pPr>
            <a:lvl2pPr lvl="1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2pPr>
            <a:lvl3pPr lvl="2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3pPr>
            <a:lvl4pPr lvl="3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4pPr>
            <a:lvl5pPr lvl="4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5pPr>
            <a:lvl6pPr lvl="5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6pPr>
            <a:lvl7pPr lvl="6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7pPr>
            <a:lvl8pPr lvl="7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8pPr>
            <a:lvl9pPr lvl="8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449791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7" lvl="4" marL="22860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7" lvl="5" marL="27432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7" lvl="6" marL="32004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7" lvl="7" marL="36576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7" lvl="8" marL="41148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3"/>
              <a:buNone/>
              <a:defRPr sz="3483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1pPr>
            <a:lvl2pPr lvl="1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2pPr>
            <a:lvl3pPr lvl="2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3pPr>
            <a:lvl4pPr lvl="3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4pPr>
            <a:lvl5pPr lvl="4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5pPr>
            <a:lvl6pPr lvl="5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6pPr>
            <a:lvl7pPr lvl="6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7pPr>
            <a:lvl8pPr lvl="7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8pPr>
            <a:lvl9pPr lvl="8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7" lvl="4" marL="22860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7" lvl="5" marL="27432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7" lvl="6" marL="3200400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7" lvl="7" marL="36576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7" lvl="8" marL="41148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1pPr>
            <a:lvl2pPr indent="-400638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2pPr>
            <a:lvl3pPr indent="-400638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3pPr>
            <a:lvl4pPr indent="-400638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4pPr>
            <a:lvl5pPr indent="-400637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5pPr>
            <a:lvl6pPr indent="-400637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6pPr>
            <a:lvl7pPr indent="-400637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7pPr>
            <a:lvl8pPr indent="-400637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8pPr>
            <a:lvl9pPr indent="-400637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r">
              <a:buNone/>
              <a:defRPr sz="1935">
                <a:solidFill>
                  <a:schemeClr val="dk2"/>
                </a:solidFill>
              </a:defRPr>
            </a:lvl1pPr>
            <a:lvl2pPr lvl="1" algn="r">
              <a:buNone/>
              <a:defRPr sz="1935">
                <a:solidFill>
                  <a:schemeClr val="dk2"/>
                </a:solidFill>
              </a:defRPr>
            </a:lvl2pPr>
            <a:lvl3pPr lvl="2" algn="r">
              <a:buNone/>
              <a:defRPr sz="1935">
                <a:solidFill>
                  <a:schemeClr val="dk2"/>
                </a:solidFill>
              </a:defRPr>
            </a:lvl3pPr>
            <a:lvl4pPr lvl="3" algn="r">
              <a:buNone/>
              <a:defRPr sz="1935">
                <a:solidFill>
                  <a:schemeClr val="dk2"/>
                </a:solidFill>
              </a:defRPr>
            </a:lvl4pPr>
            <a:lvl5pPr lvl="4" algn="r">
              <a:buNone/>
              <a:defRPr sz="1935">
                <a:solidFill>
                  <a:schemeClr val="dk2"/>
                </a:solidFill>
              </a:defRPr>
            </a:lvl5pPr>
            <a:lvl6pPr lvl="5" algn="r">
              <a:buNone/>
              <a:defRPr sz="1935">
                <a:solidFill>
                  <a:schemeClr val="dk2"/>
                </a:solidFill>
              </a:defRPr>
            </a:lvl6pPr>
            <a:lvl7pPr lvl="6" algn="r">
              <a:buNone/>
              <a:defRPr sz="1935">
                <a:solidFill>
                  <a:schemeClr val="dk2"/>
                </a:solidFill>
              </a:defRPr>
            </a:lvl7pPr>
            <a:lvl8pPr lvl="7" algn="r">
              <a:buNone/>
              <a:defRPr sz="1935">
                <a:solidFill>
                  <a:schemeClr val="dk2"/>
                </a:solidFill>
              </a:defRPr>
            </a:lvl8pPr>
            <a:lvl9pPr lvl="8" algn="r">
              <a:buNone/>
              <a:defRPr sz="1935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98850" y="4219400"/>
            <a:ext cx="71919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 y Apellido&gt;&gt;</a:t>
            </a:r>
            <a:endParaRPr b="1"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