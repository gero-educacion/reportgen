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8288000" cx="10287000"/>
  <p:notesSz cx="6858000" cy="9144000"/>
  <p:embeddedFontLst>
    <p:embeddedFont>
      <p:font typeface="Public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 orient="horz"/>
        <p:guide pos="3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ublicSans-bold.fntdata"/><Relationship Id="rId14" Type="http://schemas.openxmlformats.org/officeDocument/2006/relationships/font" Target="fonts/PublicSans-regular.fntdata"/><Relationship Id="rId17" Type="http://schemas.openxmlformats.org/officeDocument/2006/relationships/font" Target="fonts/PublicSans-boldItalic.fntdata"/><Relationship Id="rId16" Type="http://schemas.openxmlformats.org/officeDocument/2006/relationships/font" Target="fonts/Public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427e89abb_0_0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427e89a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427e89abb_0_9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427e89ab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427e89abb_0_15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427e89ab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427e89abb_0_18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427e89ab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427e89abb_0_3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427e89ab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427e89abb_0_6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427e89ab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427e89abb_0_12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427e89ab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7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7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7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7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7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0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0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0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0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0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0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0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0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0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0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0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0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376060" lvl="0" marL="4572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indent="-376060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0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0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0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0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0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7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7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7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7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7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7" lvl="4" marL="22860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7" lvl="5" marL="27432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7" lvl="6" marL="32004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7" lvl="7" marL="36576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7" lvl="8" marL="41148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indent="-400638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indent="-400638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indent="-400638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indent="-400637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indent="-400637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indent="-400637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indent="-400637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indent="-400637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98850" y="4219400"/>
            <a:ext cx="71919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endParaRPr b="1"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