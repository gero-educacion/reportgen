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8288000"/>
  <p:notesSz cx="6858000" cy="9144000"/>
  <p:embeddedFontLst>
    <p:embeddedFont>
      <p:font typeface="Public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2222" y="101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modSld">
      <pc:chgData name="juani vila bach" userId="140d79d91c36b714" providerId="LiveId" clId="{681BBBA0-CB6B-4408-8383-25A2ECA50787}" dt="2025-12-09T20:04:18.368" v="13" actId="14100"/>
      <pc:docMkLst>
        <pc:docMk/>
      </pc:docMkLst>
      <pc:sldChg chg="addSp modSp mod modNotes">
        <pc:chgData name="juani vila bach" userId="140d79d91c36b714" providerId="LiveId" clId="{681BBBA0-CB6B-4408-8383-25A2ECA50787}" dt="2025-12-09T20:04:18.368" v="13" actId="14100"/>
        <pc:sldMkLst>
          <pc:docMk/>
          <pc:sldMk cId="0" sldId="256"/>
        </pc:sldMkLst>
        <pc:spChg chg="add mod">
          <ac:chgData name="juani vila bach" userId="140d79d91c36b714" providerId="LiveId" clId="{681BBBA0-CB6B-4408-8383-25A2ECA50787}" dt="2025-12-09T20:04:18.368" v="13" actId="14100"/>
          <ac:spMkLst>
            <pc:docMk/>
            <pc:sldMk cId="0" sldId="256"/>
            <ac:spMk id="2" creationId="{8BB0DF57-51F2-21C6-1091-000AECBEF4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427e89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427e89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427e89ab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427e89ab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427e89ab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427e89ab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427e89ab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427e89ab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427e89ab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427e89ab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27e89ab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27e89ab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427e89ab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427e89ab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8850" y="4219400"/>
            <a:ext cx="71919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483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8BB0DF57-51F2-21C6-1091-000AECBEF497}"/>
              </a:ext>
            </a:extLst>
          </p:cNvPr>
          <p:cNvSpPr txBox="1"/>
          <p:nvPr/>
        </p:nvSpPr>
        <p:spPr>
          <a:xfrm>
            <a:off x="2119744" y="5989585"/>
            <a:ext cx="5985165" cy="50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&lt;&lt;img&gt;&gt;</a:t>
            </a:r>
            <a:endParaRPr sz="3483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Custom</PresentationFormat>
  <Paragraphs>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Public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2025-12-09T20:04:21Z</dcterms:modified>
</cp:coreProperties>
</file>