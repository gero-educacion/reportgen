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8288000" cx="10287000"/>
  <p:notesSz cx="6858000" cy="9144000"/>
  <p:embeddedFontLst>
    <p:embeddedFont>
      <p:font typeface="Public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 orient="horz"/>
        <p:guide pos="32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PublicSans-regular.fntdata"/><Relationship Id="rId12" Type="http://schemas.openxmlformats.org/officeDocument/2006/relationships/font" Target="fonts/PublicSans-bold.fntdata"/><Relationship Id="rId13" Type="http://schemas.openxmlformats.org/officeDocument/2006/relationships/font" Target="fonts/PublicSans-italic.fntdata"/><Relationship Id="rId14" Type="http://schemas.openxmlformats.org/officeDocument/2006/relationships/font" Target="fonts/Public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c2d87a14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3c2d87a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c2d87a14_0_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3c2d87a1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3c2d87a14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3c2d87a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3c2d87a14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3c2d87a1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1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1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1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1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1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1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1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8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8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8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8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8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16325" y="4141350"/>
            <a:ext cx="72753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OJ Simpson</a:t>
            </a:r>
            <a:endParaRPr b="1" sz="3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perseverancia_texto1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perseverancia_semaforo 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inteligencia_emocional_texto1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inteligencia_emocional_semaforo 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1511750" y="9144000"/>
            <a:ext cx="7246800" cy="4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personalidad_texto1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530125" y="8312300"/>
            <a:ext cx="58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Acá iría el texto para el placeholder personalidad_semaforo 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