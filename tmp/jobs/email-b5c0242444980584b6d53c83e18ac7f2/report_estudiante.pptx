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0287000" cy="18288000"/>
  <p:notesSz cx="6858000" cy="9144000"/>
  <p:embeddedFontLst>
    <p:embeddedFont>
      <p:font typeface="Archivo" panose="020B0604020202020204" charset="0"/>
      <p:regular r:id="rId44"/>
      <p:bold r:id="rId45"/>
      <p:italic r:id="rId46"/>
      <p:boldItalic r:id="rId47"/>
    </p:embeddedFont>
    <p:embeddedFont>
      <p:font typeface="Archivo Light" panose="020B0604020202020204" charset="0"/>
      <p:regular r:id="rId48"/>
      <p:bold r:id="rId49"/>
      <p:italic r:id="rId50"/>
      <p:boldItalic r:id="rId51"/>
    </p:embeddedFont>
    <p:embeddedFont>
      <p:font typeface="Public Sans" panose="020B0604020202020204" charset="0"/>
      <p:regular r:id="rId52"/>
      <p:bold r:id="rId53"/>
      <p:italic r:id="rId54"/>
      <p:boldItalic r:id="rId55"/>
    </p:embeddedFont>
    <p:embeddedFont>
      <p:font typeface="Public Sans Light" panose="020B0604020202020204"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609">
          <p15:clr>
            <a:srgbClr val="747775"/>
          </p15:clr>
        </p15:guide>
        <p15:guide id="2" pos="5904">
          <p15:clr>
            <a:srgbClr val="747775"/>
          </p15:clr>
        </p15:guide>
        <p15:guide id="3" orient="horz" pos="252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9" d="100"/>
          <a:sy n="19" d="100"/>
        </p:scale>
        <p:origin x="2222" y="101"/>
      </p:cViewPr>
      <p:guideLst>
        <p:guide pos="609"/>
        <p:guide pos="5904"/>
        <p:guide orient="horz" pos="25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font" Target="fonts/font1.fntdata"/><Relationship Id="rId45" Type="http://schemas.openxmlformats.org/officeDocument/2006/relationships/font" Target="fonts/font2.fntdata"/><Relationship Id="rId46" Type="http://schemas.openxmlformats.org/officeDocument/2006/relationships/font" Target="fonts/font3.fntdata"/><Relationship Id="rId47" Type="http://schemas.openxmlformats.org/officeDocument/2006/relationships/font" Target="fonts/font4.fntdata"/><Relationship Id="rId48" Type="http://schemas.openxmlformats.org/officeDocument/2006/relationships/font" Target="fonts/font5.fntdata"/><Relationship Id="rId49" Type="http://schemas.openxmlformats.org/officeDocument/2006/relationships/font" Target="fonts/font6.fntdata"/><Relationship Id="rId50" Type="http://schemas.openxmlformats.org/officeDocument/2006/relationships/font" Target="fonts/font7.fntdata"/><Relationship Id="rId51" Type="http://schemas.openxmlformats.org/officeDocument/2006/relationships/font" Target="fonts/font8.fntdata"/><Relationship Id="rId52" Type="http://schemas.openxmlformats.org/officeDocument/2006/relationships/font" Target="fonts/font9.fntdata"/><Relationship Id="rId53" Type="http://schemas.openxmlformats.org/officeDocument/2006/relationships/font" Target="fonts/font10.fntdata"/><Relationship Id="rId54" Type="http://schemas.openxmlformats.org/officeDocument/2006/relationships/font" Target="fonts/font11.fntdata"/><Relationship Id="rId55" Type="http://schemas.openxmlformats.org/officeDocument/2006/relationships/font" Target="fonts/font12.fntdata"/><Relationship Id="rId56" Type="http://schemas.openxmlformats.org/officeDocument/2006/relationships/font" Target="fonts/font13.fntdata"/><Relationship Id="rId57" Type="http://schemas.openxmlformats.org/officeDocument/2006/relationships/font" Target="fonts/font14.fntdata"/><Relationship Id="rId58" Type="http://schemas.openxmlformats.org/officeDocument/2006/relationships/font" Target="fonts/font15.fntdata"/><Relationship Id="rId59" Type="http://schemas.openxmlformats.org/officeDocument/2006/relationships/font" Target="fonts/font16.fntdata"/><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i vila bach" userId="140d79d91c36b714" providerId="LiveId" clId="{681BBBA0-CB6B-4408-8383-25A2ECA50787}"/>
    <pc:docChg chg="modSld">
      <pc:chgData name="juani vila bach" userId="140d79d91c36b714" providerId="LiveId" clId="{681BBBA0-CB6B-4408-8383-25A2ECA50787}" dt="2025-12-11T17:08:22.880" v="8" actId="1035"/>
      <pc:docMkLst>
        <pc:docMk/>
      </pc:docMkLst>
      <pc:sldChg chg="modSp mod">
        <pc:chgData name="juani vila bach" userId="140d79d91c36b714" providerId="LiveId" clId="{681BBBA0-CB6B-4408-8383-25A2ECA50787}" dt="2025-12-11T17:07:58.957" v="2" actId="1035"/>
        <pc:sldMkLst>
          <pc:docMk/>
          <pc:sldMk cId="0" sldId="281"/>
        </pc:sldMkLst>
        <pc:spChg chg="mod">
          <ac:chgData name="juani vila bach" userId="140d79d91c36b714" providerId="LiveId" clId="{681BBBA0-CB6B-4408-8383-25A2ECA50787}" dt="2025-12-11T17:07:53.301" v="1" actId="1035"/>
          <ac:spMkLst>
            <pc:docMk/>
            <pc:sldMk cId="0" sldId="281"/>
            <ac:spMk id="248" creationId="{00000000-0000-0000-0000-000000000000}"/>
          </ac:spMkLst>
        </pc:spChg>
        <pc:spChg chg="mod">
          <ac:chgData name="juani vila bach" userId="140d79d91c36b714" providerId="LiveId" clId="{681BBBA0-CB6B-4408-8383-25A2ECA50787}" dt="2025-12-11T17:07:58.957" v="2" actId="1035"/>
          <ac:spMkLst>
            <pc:docMk/>
            <pc:sldMk cId="0" sldId="281"/>
            <ac:spMk id="251" creationId="{00000000-0000-0000-0000-000000000000}"/>
          </ac:spMkLst>
        </pc:spChg>
      </pc:sldChg>
      <pc:sldChg chg="modSp mod">
        <pc:chgData name="juani vila bach" userId="140d79d91c36b714" providerId="LiveId" clId="{681BBBA0-CB6B-4408-8383-25A2ECA50787}" dt="2025-12-11T17:08:08.192" v="4" actId="1035"/>
        <pc:sldMkLst>
          <pc:docMk/>
          <pc:sldMk cId="0" sldId="282"/>
        </pc:sldMkLst>
        <pc:spChg chg="mod">
          <ac:chgData name="juani vila bach" userId="140d79d91c36b714" providerId="LiveId" clId="{681BBBA0-CB6B-4408-8383-25A2ECA50787}" dt="2025-12-11T17:08:04.695" v="3" actId="1035"/>
          <ac:spMkLst>
            <pc:docMk/>
            <pc:sldMk cId="0" sldId="282"/>
            <ac:spMk id="258" creationId="{00000000-0000-0000-0000-000000000000}"/>
          </ac:spMkLst>
        </pc:spChg>
        <pc:spChg chg="mod">
          <ac:chgData name="juani vila bach" userId="140d79d91c36b714" providerId="LiveId" clId="{681BBBA0-CB6B-4408-8383-25A2ECA50787}" dt="2025-12-11T17:08:08.192" v="4" actId="1035"/>
          <ac:spMkLst>
            <pc:docMk/>
            <pc:sldMk cId="0" sldId="282"/>
            <ac:spMk id="261" creationId="{00000000-0000-0000-0000-000000000000}"/>
          </ac:spMkLst>
        </pc:spChg>
      </pc:sldChg>
      <pc:sldChg chg="modSp mod">
        <pc:chgData name="juani vila bach" userId="140d79d91c36b714" providerId="LiveId" clId="{681BBBA0-CB6B-4408-8383-25A2ECA50787}" dt="2025-12-11T17:08:15.345" v="6" actId="1035"/>
        <pc:sldMkLst>
          <pc:docMk/>
          <pc:sldMk cId="0" sldId="283"/>
        </pc:sldMkLst>
        <pc:spChg chg="mod">
          <ac:chgData name="juani vila bach" userId="140d79d91c36b714" providerId="LiveId" clId="{681BBBA0-CB6B-4408-8383-25A2ECA50787}" dt="2025-12-11T17:08:12.673" v="5" actId="1035"/>
          <ac:spMkLst>
            <pc:docMk/>
            <pc:sldMk cId="0" sldId="283"/>
            <ac:spMk id="268" creationId="{00000000-0000-0000-0000-000000000000}"/>
          </ac:spMkLst>
        </pc:spChg>
        <pc:spChg chg="mod">
          <ac:chgData name="juani vila bach" userId="140d79d91c36b714" providerId="LiveId" clId="{681BBBA0-CB6B-4408-8383-25A2ECA50787}" dt="2025-12-11T17:08:15.345" v="6" actId="1035"/>
          <ac:spMkLst>
            <pc:docMk/>
            <pc:sldMk cId="0" sldId="283"/>
            <ac:spMk id="271" creationId="{00000000-0000-0000-0000-000000000000}"/>
          </ac:spMkLst>
        </pc:spChg>
      </pc:sldChg>
      <pc:sldChg chg="modSp mod">
        <pc:chgData name="juani vila bach" userId="140d79d91c36b714" providerId="LiveId" clId="{681BBBA0-CB6B-4408-8383-25A2ECA50787}" dt="2025-12-11T17:08:22.880" v="8" actId="1035"/>
        <pc:sldMkLst>
          <pc:docMk/>
          <pc:sldMk cId="0" sldId="284"/>
        </pc:sldMkLst>
        <pc:spChg chg="mod">
          <ac:chgData name="juani vila bach" userId="140d79d91c36b714" providerId="LiveId" clId="{681BBBA0-CB6B-4408-8383-25A2ECA50787}" dt="2025-12-11T17:08:19.566" v="7" actId="1035"/>
          <ac:spMkLst>
            <pc:docMk/>
            <pc:sldMk cId="0" sldId="284"/>
            <ac:spMk id="278" creationId="{00000000-0000-0000-0000-000000000000}"/>
          </ac:spMkLst>
        </pc:spChg>
        <pc:spChg chg="mod">
          <ac:chgData name="juani vila bach" userId="140d79d91c36b714" providerId="LiveId" clId="{681BBBA0-CB6B-4408-8383-25A2ECA50787}" dt="2025-12-11T17:08:22.880" v="8" actId="1035"/>
          <ac:spMkLst>
            <pc:docMk/>
            <pc:sldMk cId="0" sldId="284"/>
            <ac:spMk id="28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76936d1eaf_0_0: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76936d1ea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76936d1eaf_0_3: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76936d1eaf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6936d1eaf_0_6: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76936d1ea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76936d1eaf_0_9: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76936d1ea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76936d1eaf_0_12: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76936d1eaf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76936d1eaf_0_15: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76936d1eaf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64e706d103_0_12: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64e706d103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64e706d103_0_19: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64e706d10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64e706d103_0_5: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64e706d10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76936d1eaf_0_18: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76936d1ea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76936d1eaf_0_21: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76936d1eaf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76936d1eaf_0_24: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76936d1eaf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76936d1eaf_0_27: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76936d1ea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76936d1eaf_0_30: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76936d1ea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76936d1eaf_0_33: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76936d1eaf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76936d1eaf_0_36: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76936d1ea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76936d1eaf_0_39: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76936d1eaf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76936d1eaf_0_42: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76936d1eaf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76936d1eaf_0_45: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76936d1eaf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76936d1eaf_0_51: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76936d1eaf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76936d1eaf_0_54: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76936d1eaf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76936d1eaf_0_57: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76936d1eaf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76936d1eaf_0_60: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76936d1ea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76936d1eaf_0_63: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76936d1eaf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76936d1eaf_0_66: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76936d1ea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76936d1eaf_0_108: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76936d1eaf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76936d1eaf_0_105: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76936d1eaf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76936d1eaf_0_102: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76936d1eaf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794dfc6a05_0_9: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794dfc6a0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794dfc6a05_0_38: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794dfc6a05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794dfc6a05_0_6: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794dfc6a0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794dfc6a05_0_3: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794dfc6a05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794dfc6a05_0_0: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3794dfc6a0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794dfc6a05_0_15: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3794dfc6a0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794dfc6a05_0_12: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794dfc6a0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76936d1eaf_0_72: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76936d1eaf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76936d1eaf_0_75: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376936d1eaf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76936d1eaf_0_78: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76936d1eaf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76936d1eaf_0_81: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76936d1eaf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76936d1eaf_0_84: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76936d1eaf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50672" y="2647378"/>
            <a:ext cx="9585600" cy="7298100"/>
          </a:xfrm>
          <a:prstGeom prst="rect">
            <a:avLst/>
          </a:prstGeom>
        </p:spPr>
        <p:txBody>
          <a:bodyPr spcFirstLastPara="1" wrap="square" lIns="176925" tIns="176925" rIns="176925" bIns="176925" anchor="b" anchorCtr="0">
            <a:normAutofit/>
          </a:bodyPr>
          <a:lstStyle>
            <a:lvl1pPr lvl="0" algn="ctr">
              <a:spcBef>
                <a:spcPts val="0"/>
              </a:spcBef>
              <a:spcAft>
                <a:spcPts val="0"/>
              </a:spcAft>
              <a:buSzPts val="10063"/>
              <a:buNone/>
              <a:defRPr sz="10062"/>
            </a:lvl1pPr>
            <a:lvl2pPr lvl="1" algn="ctr">
              <a:spcBef>
                <a:spcPts val="0"/>
              </a:spcBef>
              <a:spcAft>
                <a:spcPts val="0"/>
              </a:spcAft>
              <a:buSzPts val="10063"/>
              <a:buNone/>
              <a:defRPr sz="10062"/>
            </a:lvl2pPr>
            <a:lvl3pPr lvl="2" algn="ctr">
              <a:spcBef>
                <a:spcPts val="0"/>
              </a:spcBef>
              <a:spcAft>
                <a:spcPts val="0"/>
              </a:spcAft>
              <a:buSzPts val="10063"/>
              <a:buNone/>
              <a:defRPr sz="10062"/>
            </a:lvl3pPr>
            <a:lvl4pPr lvl="3" algn="ctr">
              <a:spcBef>
                <a:spcPts val="0"/>
              </a:spcBef>
              <a:spcAft>
                <a:spcPts val="0"/>
              </a:spcAft>
              <a:buSzPts val="10063"/>
              <a:buNone/>
              <a:defRPr sz="10062"/>
            </a:lvl4pPr>
            <a:lvl5pPr lvl="4" algn="ctr">
              <a:spcBef>
                <a:spcPts val="0"/>
              </a:spcBef>
              <a:spcAft>
                <a:spcPts val="0"/>
              </a:spcAft>
              <a:buSzPts val="10063"/>
              <a:buNone/>
              <a:defRPr sz="10062"/>
            </a:lvl5pPr>
            <a:lvl6pPr lvl="5" algn="ctr">
              <a:spcBef>
                <a:spcPts val="0"/>
              </a:spcBef>
              <a:spcAft>
                <a:spcPts val="0"/>
              </a:spcAft>
              <a:buSzPts val="10063"/>
              <a:buNone/>
              <a:defRPr sz="10062"/>
            </a:lvl6pPr>
            <a:lvl7pPr lvl="6" algn="ctr">
              <a:spcBef>
                <a:spcPts val="0"/>
              </a:spcBef>
              <a:spcAft>
                <a:spcPts val="0"/>
              </a:spcAft>
              <a:buSzPts val="10063"/>
              <a:buNone/>
              <a:defRPr sz="10062"/>
            </a:lvl7pPr>
            <a:lvl8pPr lvl="7" algn="ctr">
              <a:spcBef>
                <a:spcPts val="0"/>
              </a:spcBef>
              <a:spcAft>
                <a:spcPts val="0"/>
              </a:spcAft>
              <a:buSzPts val="10063"/>
              <a:buNone/>
              <a:defRPr sz="10062"/>
            </a:lvl8pPr>
            <a:lvl9pPr lvl="8" algn="ctr">
              <a:spcBef>
                <a:spcPts val="0"/>
              </a:spcBef>
              <a:spcAft>
                <a:spcPts val="0"/>
              </a:spcAft>
              <a:buSzPts val="10063"/>
              <a:buNone/>
              <a:defRPr sz="10062"/>
            </a:lvl9pPr>
          </a:lstStyle>
          <a:p>
            <a:endParaRPr/>
          </a:p>
        </p:txBody>
      </p:sp>
      <p:sp>
        <p:nvSpPr>
          <p:cNvPr id="11" name="Google Shape;11;p2"/>
          <p:cNvSpPr txBox="1">
            <a:spLocks noGrp="1"/>
          </p:cNvSpPr>
          <p:nvPr>
            <p:ph type="subTitle" idx="1"/>
          </p:nvPr>
        </p:nvSpPr>
        <p:spPr>
          <a:xfrm>
            <a:off x="350663" y="10076889"/>
            <a:ext cx="9585600" cy="2818200"/>
          </a:xfrm>
          <a:prstGeom prst="rect">
            <a:avLst/>
          </a:prstGeom>
        </p:spPr>
        <p:txBody>
          <a:bodyPr spcFirstLastPara="1" wrap="square" lIns="176925" tIns="176925" rIns="176925" bIns="176925" anchor="t" anchorCtr="0">
            <a:normAutofit/>
          </a:bodyPr>
          <a:lstStyle>
            <a:lvl1pPr lvl="0" algn="ctr">
              <a:lnSpc>
                <a:spcPct val="100000"/>
              </a:lnSpc>
              <a:spcBef>
                <a:spcPts val="0"/>
              </a:spcBef>
              <a:spcAft>
                <a:spcPts val="0"/>
              </a:spcAft>
              <a:buSzPts val="5419"/>
              <a:buNone/>
              <a:defRPr sz="5418"/>
            </a:lvl1pPr>
            <a:lvl2pPr lvl="1" algn="ctr">
              <a:lnSpc>
                <a:spcPct val="100000"/>
              </a:lnSpc>
              <a:spcBef>
                <a:spcPts val="0"/>
              </a:spcBef>
              <a:spcAft>
                <a:spcPts val="0"/>
              </a:spcAft>
              <a:buSzPts val="5419"/>
              <a:buNone/>
              <a:defRPr sz="5418"/>
            </a:lvl2pPr>
            <a:lvl3pPr lvl="2" algn="ctr">
              <a:lnSpc>
                <a:spcPct val="100000"/>
              </a:lnSpc>
              <a:spcBef>
                <a:spcPts val="0"/>
              </a:spcBef>
              <a:spcAft>
                <a:spcPts val="0"/>
              </a:spcAft>
              <a:buSzPts val="5419"/>
              <a:buNone/>
              <a:defRPr sz="5418"/>
            </a:lvl3pPr>
            <a:lvl4pPr lvl="3" algn="ctr">
              <a:lnSpc>
                <a:spcPct val="100000"/>
              </a:lnSpc>
              <a:spcBef>
                <a:spcPts val="0"/>
              </a:spcBef>
              <a:spcAft>
                <a:spcPts val="0"/>
              </a:spcAft>
              <a:buSzPts val="5419"/>
              <a:buNone/>
              <a:defRPr sz="5418"/>
            </a:lvl4pPr>
            <a:lvl5pPr lvl="4" algn="ctr">
              <a:lnSpc>
                <a:spcPct val="100000"/>
              </a:lnSpc>
              <a:spcBef>
                <a:spcPts val="0"/>
              </a:spcBef>
              <a:spcAft>
                <a:spcPts val="0"/>
              </a:spcAft>
              <a:buSzPts val="5419"/>
              <a:buNone/>
              <a:defRPr sz="5418"/>
            </a:lvl5pPr>
            <a:lvl6pPr lvl="5" algn="ctr">
              <a:lnSpc>
                <a:spcPct val="100000"/>
              </a:lnSpc>
              <a:spcBef>
                <a:spcPts val="0"/>
              </a:spcBef>
              <a:spcAft>
                <a:spcPts val="0"/>
              </a:spcAft>
              <a:buSzPts val="5419"/>
              <a:buNone/>
              <a:defRPr sz="5418"/>
            </a:lvl6pPr>
            <a:lvl7pPr lvl="6" algn="ctr">
              <a:lnSpc>
                <a:spcPct val="100000"/>
              </a:lnSpc>
              <a:spcBef>
                <a:spcPts val="0"/>
              </a:spcBef>
              <a:spcAft>
                <a:spcPts val="0"/>
              </a:spcAft>
              <a:buSzPts val="5419"/>
              <a:buNone/>
              <a:defRPr sz="5418"/>
            </a:lvl7pPr>
            <a:lvl8pPr lvl="7" algn="ctr">
              <a:lnSpc>
                <a:spcPct val="100000"/>
              </a:lnSpc>
              <a:spcBef>
                <a:spcPts val="0"/>
              </a:spcBef>
              <a:spcAft>
                <a:spcPts val="0"/>
              </a:spcAft>
              <a:buSzPts val="5419"/>
              <a:buNone/>
              <a:defRPr sz="5418"/>
            </a:lvl8pPr>
            <a:lvl9pPr lvl="8" algn="ctr">
              <a:lnSpc>
                <a:spcPct val="100000"/>
              </a:lnSpc>
              <a:spcBef>
                <a:spcPts val="0"/>
              </a:spcBef>
              <a:spcAft>
                <a:spcPts val="0"/>
              </a:spcAft>
              <a:buSzPts val="5419"/>
              <a:buNone/>
              <a:defRPr sz="5418"/>
            </a:lvl9pPr>
          </a:lstStyle>
          <a:p>
            <a:endParaRPr/>
          </a:p>
        </p:txBody>
      </p:sp>
      <p:sp>
        <p:nvSpPr>
          <p:cNvPr id="12" name="Google Shape;12;p2"/>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50663" y="7647467"/>
            <a:ext cx="9585600" cy="2993100"/>
          </a:xfrm>
          <a:prstGeom prst="rect">
            <a:avLst/>
          </a:prstGeom>
        </p:spPr>
        <p:txBody>
          <a:bodyPr spcFirstLastPara="1" wrap="square" lIns="176925" tIns="176925" rIns="176925" bIns="176925" anchor="ctr" anchorCtr="0">
            <a:normAutofit/>
          </a:bodyPr>
          <a:lstStyle>
            <a:lvl1pPr lvl="0" algn="ctr">
              <a:spcBef>
                <a:spcPts val="0"/>
              </a:spcBef>
              <a:spcAft>
                <a:spcPts val="0"/>
              </a:spcAft>
              <a:buSzPts val="6967"/>
              <a:buNone/>
              <a:defRPr sz="6966"/>
            </a:lvl1pPr>
            <a:lvl2pPr lvl="1" algn="ctr">
              <a:spcBef>
                <a:spcPts val="0"/>
              </a:spcBef>
              <a:spcAft>
                <a:spcPts val="0"/>
              </a:spcAft>
              <a:buSzPts val="6967"/>
              <a:buNone/>
              <a:defRPr sz="6966"/>
            </a:lvl2pPr>
            <a:lvl3pPr lvl="2" algn="ctr">
              <a:spcBef>
                <a:spcPts val="0"/>
              </a:spcBef>
              <a:spcAft>
                <a:spcPts val="0"/>
              </a:spcAft>
              <a:buSzPts val="6967"/>
              <a:buNone/>
              <a:defRPr sz="6966"/>
            </a:lvl3pPr>
            <a:lvl4pPr lvl="3" algn="ctr">
              <a:spcBef>
                <a:spcPts val="0"/>
              </a:spcBef>
              <a:spcAft>
                <a:spcPts val="0"/>
              </a:spcAft>
              <a:buSzPts val="6967"/>
              <a:buNone/>
              <a:defRPr sz="6966"/>
            </a:lvl4pPr>
            <a:lvl5pPr lvl="4" algn="ctr">
              <a:spcBef>
                <a:spcPts val="0"/>
              </a:spcBef>
              <a:spcAft>
                <a:spcPts val="0"/>
              </a:spcAft>
              <a:buSzPts val="6967"/>
              <a:buNone/>
              <a:defRPr sz="6966"/>
            </a:lvl5pPr>
            <a:lvl6pPr lvl="5" algn="ctr">
              <a:spcBef>
                <a:spcPts val="0"/>
              </a:spcBef>
              <a:spcAft>
                <a:spcPts val="0"/>
              </a:spcAft>
              <a:buSzPts val="6967"/>
              <a:buNone/>
              <a:defRPr sz="6966"/>
            </a:lvl6pPr>
            <a:lvl7pPr lvl="6" algn="ctr">
              <a:spcBef>
                <a:spcPts val="0"/>
              </a:spcBef>
              <a:spcAft>
                <a:spcPts val="0"/>
              </a:spcAft>
              <a:buSzPts val="6967"/>
              <a:buNone/>
              <a:defRPr sz="6966"/>
            </a:lvl7pPr>
            <a:lvl8pPr lvl="7" algn="ctr">
              <a:spcBef>
                <a:spcPts val="0"/>
              </a:spcBef>
              <a:spcAft>
                <a:spcPts val="0"/>
              </a:spcAft>
              <a:buSzPts val="6967"/>
              <a:buNone/>
              <a:defRPr sz="6966"/>
            </a:lvl8pPr>
            <a:lvl9pPr lvl="8" algn="ctr">
              <a:spcBef>
                <a:spcPts val="0"/>
              </a:spcBef>
              <a:spcAft>
                <a:spcPts val="0"/>
              </a:spcAft>
              <a:buSzPts val="6967"/>
              <a:buNone/>
              <a:defRPr sz="6966"/>
            </a:lvl9pPr>
          </a:lstStyle>
          <a:p>
            <a:endParaRPr/>
          </a:p>
        </p:txBody>
      </p:sp>
      <p:sp>
        <p:nvSpPr>
          <p:cNvPr id="15" name="Google Shape;15;p3"/>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50663" y="1582311"/>
            <a:ext cx="9585600" cy="2036400"/>
          </a:xfrm>
          <a:prstGeom prst="rect">
            <a:avLst/>
          </a:prstGeom>
        </p:spPr>
        <p:txBody>
          <a:bodyPr spcFirstLastPara="1" wrap="square" lIns="176925" tIns="176925" rIns="176925" bIns="176925" anchor="t" anchorCtr="0">
            <a:normAutofit/>
          </a:bodyPr>
          <a:lstStyle>
            <a:lvl1pPr lvl="0">
              <a:spcBef>
                <a:spcPts val="0"/>
              </a:spcBef>
              <a:spcAft>
                <a:spcPts val="0"/>
              </a:spcAft>
              <a:buSzPts val="5419"/>
              <a:buNone/>
              <a:defRPr sz="5418"/>
            </a:lvl1pPr>
            <a:lvl2pPr lvl="1">
              <a:spcBef>
                <a:spcPts val="0"/>
              </a:spcBef>
              <a:spcAft>
                <a:spcPts val="0"/>
              </a:spcAft>
              <a:buSzPts val="5419"/>
              <a:buNone/>
              <a:defRPr sz="5418"/>
            </a:lvl2pPr>
            <a:lvl3pPr lvl="2">
              <a:spcBef>
                <a:spcPts val="0"/>
              </a:spcBef>
              <a:spcAft>
                <a:spcPts val="0"/>
              </a:spcAft>
              <a:buSzPts val="5419"/>
              <a:buNone/>
              <a:defRPr sz="5418"/>
            </a:lvl3pPr>
            <a:lvl4pPr lvl="3">
              <a:spcBef>
                <a:spcPts val="0"/>
              </a:spcBef>
              <a:spcAft>
                <a:spcPts val="0"/>
              </a:spcAft>
              <a:buSzPts val="5419"/>
              <a:buNone/>
              <a:defRPr sz="5418"/>
            </a:lvl4pPr>
            <a:lvl5pPr lvl="4">
              <a:spcBef>
                <a:spcPts val="0"/>
              </a:spcBef>
              <a:spcAft>
                <a:spcPts val="0"/>
              </a:spcAft>
              <a:buSzPts val="5419"/>
              <a:buNone/>
              <a:defRPr sz="5418"/>
            </a:lvl5pPr>
            <a:lvl6pPr lvl="5">
              <a:spcBef>
                <a:spcPts val="0"/>
              </a:spcBef>
              <a:spcAft>
                <a:spcPts val="0"/>
              </a:spcAft>
              <a:buSzPts val="5419"/>
              <a:buNone/>
              <a:defRPr sz="5418"/>
            </a:lvl6pPr>
            <a:lvl7pPr lvl="6">
              <a:spcBef>
                <a:spcPts val="0"/>
              </a:spcBef>
              <a:spcAft>
                <a:spcPts val="0"/>
              </a:spcAft>
              <a:buSzPts val="5419"/>
              <a:buNone/>
              <a:defRPr sz="5418"/>
            </a:lvl7pPr>
            <a:lvl8pPr lvl="7">
              <a:spcBef>
                <a:spcPts val="0"/>
              </a:spcBef>
              <a:spcAft>
                <a:spcPts val="0"/>
              </a:spcAft>
              <a:buSzPts val="5419"/>
              <a:buNone/>
              <a:defRPr sz="5418"/>
            </a:lvl8pPr>
            <a:lvl9pPr lvl="8">
              <a:spcBef>
                <a:spcPts val="0"/>
              </a:spcBef>
              <a:spcAft>
                <a:spcPts val="0"/>
              </a:spcAft>
              <a:buSzPts val="5419"/>
              <a:buNone/>
              <a:defRPr sz="5418"/>
            </a:lvl9pPr>
          </a:lstStyle>
          <a:p>
            <a:endParaRPr/>
          </a:p>
        </p:txBody>
      </p:sp>
      <p:sp>
        <p:nvSpPr>
          <p:cNvPr id="18" name="Google Shape;18;p4"/>
          <p:cNvSpPr txBox="1">
            <a:spLocks noGrp="1"/>
          </p:cNvSpPr>
          <p:nvPr>
            <p:ph type="body" idx="1"/>
          </p:nvPr>
        </p:nvSpPr>
        <p:spPr>
          <a:xfrm>
            <a:off x="350663" y="4097689"/>
            <a:ext cx="9585600" cy="12147300"/>
          </a:xfrm>
          <a:prstGeom prst="rect">
            <a:avLst/>
          </a:prstGeom>
        </p:spPr>
        <p:txBody>
          <a:bodyPr spcFirstLastPara="1" wrap="square" lIns="176925" tIns="176925" rIns="176925" bIns="176925" anchor="t" anchorCtr="0">
            <a:normAutofit/>
          </a:bodyPr>
          <a:lstStyle>
            <a:lvl1pPr marL="457200" lvl="0" indent="-449791">
              <a:spcBef>
                <a:spcPts val="0"/>
              </a:spcBef>
              <a:spcAft>
                <a:spcPts val="0"/>
              </a:spcAft>
              <a:buSzPts val="3483"/>
              <a:buChar char="●"/>
              <a:defRPr sz="3483"/>
            </a:lvl1pPr>
            <a:lvl2pPr marL="914400" lvl="1" indent="-400638">
              <a:spcBef>
                <a:spcPts val="0"/>
              </a:spcBef>
              <a:spcAft>
                <a:spcPts val="0"/>
              </a:spcAft>
              <a:buSzPts val="2709"/>
              <a:buChar char="○"/>
              <a:defRPr sz="2709"/>
            </a:lvl2pPr>
            <a:lvl3pPr marL="1371600" lvl="2" indent="-400638">
              <a:spcBef>
                <a:spcPts val="0"/>
              </a:spcBef>
              <a:spcAft>
                <a:spcPts val="0"/>
              </a:spcAft>
              <a:buSzPts val="2709"/>
              <a:buChar char="■"/>
              <a:defRPr sz="2709"/>
            </a:lvl3pPr>
            <a:lvl4pPr marL="1828800" lvl="3" indent="-400638">
              <a:spcBef>
                <a:spcPts val="0"/>
              </a:spcBef>
              <a:spcAft>
                <a:spcPts val="0"/>
              </a:spcAft>
              <a:buSzPts val="2709"/>
              <a:buChar char="●"/>
              <a:defRPr sz="2709"/>
            </a:lvl4pPr>
            <a:lvl5pPr marL="2286000" lvl="4" indent="-400637">
              <a:spcBef>
                <a:spcPts val="0"/>
              </a:spcBef>
              <a:spcAft>
                <a:spcPts val="0"/>
              </a:spcAft>
              <a:buSzPts val="2709"/>
              <a:buChar char="○"/>
              <a:defRPr sz="2709"/>
            </a:lvl5pPr>
            <a:lvl6pPr marL="2743200" lvl="5" indent="-400637">
              <a:spcBef>
                <a:spcPts val="0"/>
              </a:spcBef>
              <a:spcAft>
                <a:spcPts val="0"/>
              </a:spcAft>
              <a:buSzPts val="2709"/>
              <a:buChar char="■"/>
              <a:defRPr sz="2709"/>
            </a:lvl6pPr>
            <a:lvl7pPr marL="3200400" lvl="6" indent="-400637">
              <a:spcBef>
                <a:spcPts val="0"/>
              </a:spcBef>
              <a:spcAft>
                <a:spcPts val="0"/>
              </a:spcAft>
              <a:buSzPts val="2709"/>
              <a:buChar char="●"/>
              <a:defRPr sz="2709"/>
            </a:lvl7pPr>
            <a:lvl8pPr marL="3657600" lvl="7" indent="-400637">
              <a:spcBef>
                <a:spcPts val="0"/>
              </a:spcBef>
              <a:spcAft>
                <a:spcPts val="0"/>
              </a:spcAft>
              <a:buSzPts val="2709"/>
              <a:buChar char="○"/>
              <a:defRPr sz="2709"/>
            </a:lvl8pPr>
            <a:lvl9pPr marL="4114800" lvl="8" indent="-400637">
              <a:spcBef>
                <a:spcPts val="0"/>
              </a:spcBef>
              <a:spcAft>
                <a:spcPts val="0"/>
              </a:spcAft>
              <a:buSzPts val="2709"/>
              <a:buChar char="■"/>
              <a:defRPr sz="2709"/>
            </a:lvl9pPr>
          </a:lstStyle>
          <a:p>
            <a:endParaRPr/>
          </a:p>
        </p:txBody>
      </p:sp>
      <p:sp>
        <p:nvSpPr>
          <p:cNvPr id="19" name="Google Shape;19;p4"/>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50663" y="1582311"/>
            <a:ext cx="9585600" cy="2036400"/>
          </a:xfrm>
          <a:prstGeom prst="rect">
            <a:avLst/>
          </a:prstGeom>
        </p:spPr>
        <p:txBody>
          <a:bodyPr spcFirstLastPara="1" wrap="square" lIns="176925" tIns="176925" rIns="176925" bIns="176925" anchor="t" anchorCtr="0">
            <a:normAutofit/>
          </a:bodyPr>
          <a:lstStyle>
            <a:lvl1pPr lvl="0">
              <a:spcBef>
                <a:spcPts val="0"/>
              </a:spcBef>
              <a:spcAft>
                <a:spcPts val="0"/>
              </a:spcAft>
              <a:buSzPts val="5419"/>
              <a:buNone/>
              <a:defRPr sz="5418"/>
            </a:lvl1pPr>
            <a:lvl2pPr lvl="1">
              <a:spcBef>
                <a:spcPts val="0"/>
              </a:spcBef>
              <a:spcAft>
                <a:spcPts val="0"/>
              </a:spcAft>
              <a:buSzPts val="5419"/>
              <a:buNone/>
              <a:defRPr sz="5418"/>
            </a:lvl2pPr>
            <a:lvl3pPr lvl="2">
              <a:spcBef>
                <a:spcPts val="0"/>
              </a:spcBef>
              <a:spcAft>
                <a:spcPts val="0"/>
              </a:spcAft>
              <a:buSzPts val="5419"/>
              <a:buNone/>
              <a:defRPr sz="5418"/>
            </a:lvl3pPr>
            <a:lvl4pPr lvl="3">
              <a:spcBef>
                <a:spcPts val="0"/>
              </a:spcBef>
              <a:spcAft>
                <a:spcPts val="0"/>
              </a:spcAft>
              <a:buSzPts val="5419"/>
              <a:buNone/>
              <a:defRPr sz="5418"/>
            </a:lvl4pPr>
            <a:lvl5pPr lvl="4">
              <a:spcBef>
                <a:spcPts val="0"/>
              </a:spcBef>
              <a:spcAft>
                <a:spcPts val="0"/>
              </a:spcAft>
              <a:buSzPts val="5419"/>
              <a:buNone/>
              <a:defRPr sz="5418"/>
            </a:lvl5pPr>
            <a:lvl6pPr lvl="5">
              <a:spcBef>
                <a:spcPts val="0"/>
              </a:spcBef>
              <a:spcAft>
                <a:spcPts val="0"/>
              </a:spcAft>
              <a:buSzPts val="5419"/>
              <a:buNone/>
              <a:defRPr sz="5418"/>
            </a:lvl6pPr>
            <a:lvl7pPr lvl="6">
              <a:spcBef>
                <a:spcPts val="0"/>
              </a:spcBef>
              <a:spcAft>
                <a:spcPts val="0"/>
              </a:spcAft>
              <a:buSzPts val="5419"/>
              <a:buNone/>
              <a:defRPr sz="5418"/>
            </a:lvl7pPr>
            <a:lvl8pPr lvl="7">
              <a:spcBef>
                <a:spcPts val="0"/>
              </a:spcBef>
              <a:spcAft>
                <a:spcPts val="0"/>
              </a:spcAft>
              <a:buSzPts val="5419"/>
              <a:buNone/>
              <a:defRPr sz="5418"/>
            </a:lvl8pPr>
            <a:lvl9pPr lvl="8">
              <a:spcBef>
                <a:spcPts val="0"/>
              </a:spcBef>
              <a:spcAft>
                <a:spcPts val="0"/>
              </a:spcAft>
              <a:buSzPts val="5419"/>
              <a:buNone/>
              <a:defRPr sz="5418"/>
            </a:lvl9pPr>
          </a:lstStyle>
          <a:p>
            <a:endParaRPr/>
          </a:p>
        </p:txBody>
      </p:sp>
      <p:sp>
        <p:nvSpPr>
          <p:cNvPr id="22" name="Google Shape;22;p5"/>
          <p:cNvSpPr txBox="1">
            <a:spLocks noGrp="1"/>
          </p:cNvSpPr>
          <p:nvPr>
            <p:ph type="body" idx="1"/>
          </p:nvPr>
        </p:nvSpPr>
        <p:spPr>
          <a:xfrm>
            <a:off x="350663" y="4097689"/>
            <a:ext cx="4500000" cy="12147300"/>
          </a:xfrm>
          <a:prstGeom prst="rect">
            <a:avLst/>
          </a:prstGeom>
        </p:spPr>
        <p:txBody>
          <a:bodyPr spcFirstLastPara="1" wrap="square" lIns="176925" tIns="176925" rIns="176925" bIns="176925" anchor="t" anchorCtr="0">
            <a:normAutofit/>
          </a:bodyPr>
          <a:lstStyle>
            <a:lvl1pPr marL="457200" lvl="0" indent="-400638">
              <a:spcBef>
                <a:spcPts val="0"/>
              </a:spcBef>
              <a:spcAft>
                <a:spcPts val="0"/>
              </a:spcAft>
              <a:buSzPts val="2709"/>
              <a:buChar char="●"/>
              <a:defRPr sz="2709"/>
            </a:lvl1pPr>
            <a:lvl2pPr marL="914400" lvl="1" indent="-376060">
              <a:spcBef>
                <a:spcPts val="0"/>
              </a:spcBef>
              <a:spcAft>
                <a:spcPts val="0"/>
              </a:spcAft>
              <a:buSzPts val="2322"/>
              <a:buChar char="○"/>
              <a:defRPr sz="2322"/>
            </a:lvl2pPr>
            <a:lvl3pPr marL="1371600" lvl="2" indent="-376060">
              <a:spcBef>
                <a:spcPts val="0"/>
              </a:spcBef>
              <a:spcAft>
                <a:spcPts val="0"/>
              </a:spcAft>
              <a:buSzPts val="2322"/>
              <a:buChar char="■"/>
              <a:defRPr sz="2322"/>
            </a:lvl3pPr>
            <a:lvl4pPr marL="1828800" lvl="3" indent="-376060">
              <a:spcBef>
                <a:spcPts val="0"/>
              </a:spcBef>
              <a:spcAft>
                <a:spcPts val="0"/>
              </a:spcAft>
              <a:buSzPts val="2322"/>
              <a:buChar char="●"/>
              <a:defRPr sz="2322"/>
            </a:lvl4pPr>
            <a:lvl5pPr marL="2286000" lvl="4" indent="-376060">
              <a:spcBef>
                <a:spcPts val="0"/>
              </a:spcBef>
              <a:spcAft>
                <a:spcPts val="0"/>
              </a:spcAft>
              <a:buSzPts val="2322"/>
              <a:buChar char="○"/>
              <a:defRPr sz="2322"/>
            </a:lvl5pPr>
            <a:lvl6pPr marL="2743200" lvl="5" indent="-376060">
              <a:spcBef>
                <a:spcPts val="0"/>
              </a:spcBef>
              <a:spcAft>
                <a:spcPts val="0"/>
              </a:spcAft>
              <a:buSzPts val="2322"/>
              <a:buChar char="■"/>
              <a:defRPr sz="2322"/>
            </a:lvl6pPr>
            <a:lvl7pPr marL="3200400" lvl="6" indent="-376060">
              <a:spcBef>
                <a:spcPts val="0"/>
              </a:spcBef>
              <a:spcAft>
                <a:spcPts val="0"/>
              </a:spcAft>
              <a:buSzPts val="2322"/>
              <a:buChar char="●"/>
              <a:defRPr sz="2322"/>
            </a:lvl7pPr>
            <a:lvl8pPr marL="3657600" lvl="7" indent="-376061">
              <a:spcBef>
                <a:spcPts val="0"/>
              </a:spcBef>
              <a:spcAft>
                <a:spcPts val="0"/>
              </a:spcAft>
              <a:buSzPts val="2322"/>
              <a:buChar char="○"/>
              <a:defRPr sz="2322"/>
            </a:lvl8pPr>
            <a:lvl9pPr marL="4114800" lvl="8" indent="-376061">
              <a:spcBef>
                <a:spcPts val="0"/>
              </a:spcBef>
              <a:spcAft>
                <a:spcPts val="0"/>
              </a:spcAft>
              <a:buSzPts val="2322"/>
              <a:buChar char="■"/>
              <a:defRPr sz="2322"/>
            </a:lvl9pPr>
          </a:lstStyle>
          <a:p>
            <a:endParaRPr/>
          </a:p>
        </p:txBody>
      </p:sp>
      <p:sp>
        <p:nvSpPr>
          <p:cNvPr id="23" name="Google Shape;23;p5"/>
          <p:cNvSpPr txBox="1">
            <a:spLocks noGrp="1"/>
          </p:cNvSpPr>
          <p:nvPr>
            <p:ph type="body" idx="2"/>
          </p:nvPr>
        </p:nvSpPr>
        <p:spPr>
          <a:xfrm>
            <a:off x="5436450" y="4097689"/>
            <a:ext cx="4500000" cy="12147300"/>
          </a:xfrm>
          <a:prstGeom prst="rect">
            <a:avLst/>
          </a:prstGeom>
        </p:spPr>
        <p:txBody>
          <a:bodyPr spcFirstLastPara="1" wrap="square" lIns="176925" tIns="176925" rIns="176925" bIns="176925" anchor="t" anchorCtr="0">
            <a:normAutofit/>
          </a:bodyPr>
          <a:lstStyle>
            <a:lvl1pPr marL="457200" lvl="0" indent="-400638">
              <a:spcBef>
                <a:spcPts val="0"/>
              </a:spcBef>
              <a:spcAft>
                <a:spcPts val="0"/>
              </a:spcAft>
              <a:buSzPts val="2709"/>
              <a:buChar char="●"/>
              <a:defRPr sz="2709"/>
            </a:lvl1pPr>
            <a:lvl2pPr marL="914400" lvl="1" indent="-376060">
              <a:spcBef>
                <a:spcPts val="0"/>
              </a:spcBef>
              <a:spcAft>
                <a:spcPts val="0"/>
              </a:spcAft>
              <a:buSzPts val="2322"/>
              <a:buChar char="○"/>
              <a:defRPr sz="2322"/>
            </a:lvl2pPr>
            <a:lvl3pPr marL="1371600" lvl="2" indent="-376060">
              <a:spcBef>
                <a:spcPts val="0"/>
              </a:spcBef>
              <a:spcAft>
                <a:spcPts val="0"/>
              </a:spcAft>
              <a:buSzPts val="2322"/>
              <a:buChar char="■"/>
              <a:defRPr sz="2322"/>
            </a:lvl3pPr>
            <a:lvl4pPr marL="1828800" lvl="3" indent="-376060">
              <a:spcBef>
                <a:spcPts val="0"/>
              </a:spcBef>
              <a:spcAft>
                <a:spcPts val="0"/>
              </a:spcAft>
              <a:buSzPts val="2322"/>
              <a:buChar char="●"/>
              <a:defRPr sz="2322"/>
            </a:lvl4pPr>
            <a:lvl5pPr marL="2286000" lvl="4" indent="-376060">
              <a:spcBef>
                <a:spcPts val="0"/>
              </a:spcBef>
              <a:spcAft>
                <a:spcPts val="0"/>
              </a:spcAft>
              <a:buSzPts val="2322"/>
              <a:buChar char="○"/>
              <a:defRPr sz="2322"/>
            </a:lvl5pPr>
            <a:lvl6pPr marL="2743200" lvl="5" indent="-376060">
              <a:spcBef>
                <a:spcPts val="0"/>
              </a:spcBef>
              <a:spcAft>
                <a:spcPts val="0"/>
              </a:spcAft>
              <a:buSzPts val="2322"/>
              <a:buChar char="■"/>
              <a:defRPr sz="2322"/>
            </a:lvl6pPr>
            <a:lvl7pPr marL="3200400" lvl="6" indent="-376060">
              <a:spcBef>
                <a:spcPts val="0"/>
              </a:spcBef>
              <a:spcAft>
                <a:spcPts val="0"/>
              </a:spcAft>
              <a:buSzPts val="2322"/>
              <a:buChar char="●"/>
              <a:defRPr sz="2322"/>
            </a:lvl7pPr>
            <a:lvl8pPr marL="3657600" lvl="7" indent="-376061">
              <a:spcBef>
                <a:spcPts val="0"/>
              </a:spcBef>
              <a:spcAft>
                <a:spcPts val="0"/>
              </a:spcAft>
              <a:buSzPts val="2322"/>
              <a:buChar char="○"/>
              <a:defRPr sz="2322"/>
            </a:lvl8pPr>
            <a:lvl9pPr marL="4114800" lvl="8" indent="-376061">
              <a:spcBef>
                <a:spcPts val="0"/>
              </a:spcBef>
              <a:spcAft>
                <a:spcPts val="0"/>
              </a:spcAft>
              <a:buSzPts val="2322"/>
              <a:buChar char="■"/>
              <a:defRPr sz="2322"/>
            </a:lvl9pPr>
          </a:lstStyle>
          <a:p>
            <a:endParaRPr/>
          </a:p>
        </p:txBody>
      </p:sp>
      <p:sp>
        <p:nvSpPr>
          <p:cNvPr id="24" name="Google Shape;24;p5"/>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50663" y="1582311"/>
            <a:ext cx="9585600" cy="2036400"/>
          </a:xfrm>
          <a:prstGeom prst="rect">
            <a:avLst/>
          </a:prstGeom>
        </p:spPr>
        <p:txBody>
          <a:bodyPr spcFirstLastPara="1" wrap="square" lIns="176925" tIns="176925" rIns="176925" bIns="176925" anchor="t" anchorCtr="0">
            <a:normAutofit/>
          </a:bodyPr>
          <a:lstStyle>
            <a:lvl1pPr lvl="0">
              <a:spcBef>
                <a:spcPts val="0"/>
              </a:spcBef>
              <a:spcAft>
                <a:spcPts val="0"/>
              </a:spcAft>
              <a:buSzPts val="5419"/>
              <a:buNone/>
              <a:defRPr sz="5418"/>
            </a:lvl1pPr>
            <a:lvl2pPr lvl="1">
              <a:spcBef>
                <a:spcPts val="0"/>
              </a:spcBef>
              <a:spcAft>
                <a:spcPts val="0"/>
              </a:spcAft>
              <a:buSzPts val="5419"/>
              <a:buNone/>
              <a:defRPr sz="5418"/>
            </a:lvl2pPr>
            <a:lvl3pPr lvl="2">
              <a:spcBef>
                <a:spcPts val="0"/>
              </a:spcBef>
              <a:spcAft>
                <a:spcPts val="0"/>
              </a:spcAft>
              <a:buSzPts val="5419"/>
              <a:buNone/>
              <a:defRPr sz="5418"/>
            </a:lvl3pPr>
            <a:lvl4pPr lvl="3">
              <a:spcBef>
                <a:spcPts val="0"/>
              </a:spcBef>
              <a:spcAft>
                <a:spcPts val="0"/>
              </a:spcAft>
              <a:buSzPts val="5419"/>
              <a:buNone/>
              <a:defRPr sz="5418"/>
            </a:lvl4pPr>
            <a:lvl5pPr lvl="4">
              <a:spcBef>
                <a:spcPts val="0"/>
              </a:spcBef>
              <a:spcAft>
                <a:spcPts val="0"/>
              </a:spcAft>
              <a:buSzPts val="5419"/>
              <a:buNone/>
              <a:defRPr sz="5418"/>
            </a:lvl5pPr>
            <a:lvl6pPr lvl="5">
              <a:spcBef>
                <a:spcPts val="0"/>
              </a:spcBef>
              <a:spcAft>
                <a:spcPts val="0"/>
              </a:spcAft>
              <a:buSzPts val="5419"/>
              <a:buNone/>
              <a:defRPr sz="5418"/>
            </a:lvl6pPr>
            <a:lvl7pPr lvl="6">
              <a:spcBef>
                <a:spcPts val="0"/>
              </a:spcBef>
              <a:spcAft>
                <a:spcPts val="0"/>
              </a:spcAft>
              <a:buSzPts val="5419"/>
              <a:buNone/>
              <a:defRPr sz="5418"/>
            </a:lvl7pPr>
            <a:lvl8pPr lvl="7">
              <a:spcBef>
                <a:spcPts val="0"/>
              </a:spcBef>
              <a:spcAft>
                <a:spcPts val="0"/>
              </a:spcAft>
              <a:buSzPts val="5419"/>
              <a:buNone/>
              <a:defRPr sz="5418"/>
            </a:lvl8pPr>
            <a:lvl9pPr lvl="8">
              <a:spcBef>
                <a:spcPts val="0"/>
              </a:spcBef>
              <a:spcAft>
                <a:spcPts val="0"/>
              </a:spcAft>
              <a:buSzPts val="5419"/>
              <a:buNone/>
              <a:defRPr sz="5418"/>
            </a:lvl9pPr>
          </a:lstStyle>
          <a:p>
            <a:endParaRPr/>
          </a:p>
        </p:txBody>
      </p:sp>
      <p:sp>
        <p:nvSpPr>
          <p:cNvPr id="27" name="Google Shape;27;p6"/>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50663" y="1975467"/>
            <a:ext cx="3159000" cy="2686800"/>
          </a:xfrm>
          <a:prstGeom prst="rect">
            <a:avLst/>
          </a:prstGeom>
        </p:spPr>
        <p:txBody>
          <a:bodyPr spcFirstLastPara="1" wrap="square" lIns="176925" tIns="176925" rIns="176925" bIns="176925" anchor="b" anchorCtr="0">
            <a:normAutofit/>
          </a:bodyPr>
          <a:lstStyle>
            <a:lvl1pPr lvl="0">
              <a:spcBef>
                <a:spcPts val="0"/>
              </a:spcBef>
              <a:spcAft>
                <a:spcPts val="0"/>
              </a:spcAft>
              <a:buSzPts val="4644"/>
              <a:buNone/>
              <a:defRPr sz="4644"/>
            </a:lvl1pPr>
            <a:lvl2pPr lvl="1">
              <a:spcBef>
                <a:spcPts val="0"/>
              </a:spcBef>
              <a:spcAft>
                <a:spcPts val="0"/>
              </a:spcAft>
              <a:buSzPts val="4644"/>
              <a:buNone/>
              <a:defRPr sz="4644"/>
            </a:lvl2pPr>
            <a:lvl3pPr lvl="2">
              <a:spcBef>
                <a:spcPts val="0"/>
              </a:spcBef>
              <a:spcAft>
                <a:spcPts val="0"/>
              </a:spcAft>
              <a:buSzPts val="4644"/>
              <a:buNone/>
              <a:defRPr sz="4644"/>
            </a:lvl3pPr>
            <a:lvl4pPr lvl="3">
              <a:spcBef>
                <a:spcPts val="0"/>
              </a:spcBef>
              <a:spcAft>
                <a:spcPts val="0"/>
              </a:spcAft>
              <a:buSzPts val="4644"/>
              <a:buNone/>
              <a:defRPr sz="4644"/>
            </a:lvl4pPr>
            <a:lvl5pPr lvl="4">
              <a:spcBef>
                <a:spcPts val="0"/>
              </a:spcBef>
              <a:spcAft>
                <a:spcPts val="0"/>
              </a:spcAft>
              <a:buSzPts val="4644"/>
              <a:buNone/>
              <a:defRPr sz="4644"/>
            </a:lvl5pPr>
            <a:lvl6pPr lvl="5">
              <a:spcBef>
                <a:spcPts val="0"/>
              </a:spcBef>
              <a:spcAft>
                <a:spcPts val="0"/>
              </a:spcAft>
              <a:buSzPts val="4644"/>
              <a:buNone/>
              <a:defRPr sz="4644"/>
            </a:lvl6pPr>
            <a:lvl7pPr lvl="6">
              <a:spcBef>
                <a:spcPts val="0"/>
              </a:spcBef>
              <a:spcAft>
                <a:spcPts val="0"/>
              </a:spcAft>
              <a:buSzPts val="4644"/>
              <a:buNone/>
              <a:defRPr sz="4644"/>
            </a:lvl7pPr>
            <a:lvl8pPr lvl="7">
              <a:spcBef>
                <a:spcPts val="0"/>
              </a:spcBef>
              <a:spcAft>
                <a:spcPts val="0"/>
              </a:spcAft>
              <a:buSzPts val="4644"/>
              <a:buNone/>
              <a:defRPr sz="4644"/>
            </a:lvl8pPr>
            <a:lvl9pPr lvl="8">
              <a:spcBef>
                <a:spcPts val="0"/>
              </a:spcBef>
              <a:spcAft>
                <a:spcPts val="0"/>
              </a:spcAft>
              <a:buSzPts val="4644"/>
              <a:buNone/>
              <a:defRPr sz="4644"/>
            </a:lvl9pPr>
          </a:lstStyle>
          <a:p>
            <a:endParaRPr/>
          </a:p>
        </p:txBody>
      </p:sp>
      <p:sp>
        <p:nvSpPr>
          <p:cNvPr id="30" name="Google Shape;30;p7"/>
          <p:cNvSpPr txBox="1">
            <a:spLocks noGrp="1"/>
          </p:cNvSpPr>
          <p:nvPr>
            <p:ph type="body" idx="1"/>
          </p:nvPr>
        </p:nvSpPr>
        <p:spPr>
          <a:xfrm>
            <a:off x="350663" y="4940800"/>
            <a:ext cx="3159000" cy="11304600"/>
          </a:xfrm>
          <a:prstGeom prst="rect">
            <a:avLst/>
          </a:prstGeom>
        </p:spPr>
        <p:txBody>
          <a:bodyPr spcFirstLastPara="1" wrap="square" lIns="176925" tIns="176925" rIns="176925" bIns="176925" anchor="t" anchorCtr="0">
            <a:normAutofit/>
          </a:bodyPr>
          <a:lstStyle>
            <a:lvl1pPr marL="457200" lvl="0" indent="-376060">
              <a:spcBef>
                <a:spcPts val="0"/>
              </a:spcBef>
              <a:spcAft>
                <a:spcPts val="0"/>
              </a:spcAft>
              <a:buSzPts val="2322"/>
              <a:buChar char="●"/>
              <a:defRPr sz="2322"/>
            </a:lvl1pPr>
            <a:lvl2pPr marL="914400" lvl="1" indent="-376060">
              <a:spcBef>
                <a:spcPts val="0"/>
              </a:spcBef>
              <a:spcAft>
                <a:spcPts val="0"/>
              </a:spcAft>
              <a:buSzPts val="2322"/>
              <a:buChar char="○"/>
              <a:defRPr sz="2322"/>
            </a:lvl2pPr>
            <a:lvl3pPr marL="1371600" lvl="2" indent="-376060">
              <a:spcBef>
                <a:spcPts val="0"/>
              </a:spcBef>
              <a:spcAft>
                <a:spcPts val="0"/>
              </a:spcAft>
              <a:buSzPts val="2322"/>
              <a:buChar char="■"/>
              <a:defRPr sz="2322"/>
            </a:lvl3pPr>
            <a:lvl4pPr marL="1828800" lvl="3" indent="-376060">
              <a:spcBef>
                <a:spcPts val="0"/>
              </a:spcBef>
              <a:spcAft>
                <a:spcPts val="0"/>
              </a:spcAft>
              <a:buSzPts val="2322"/>
              <a:buChar char="●"/>
              <a:defRPr sz="2322"/>
            </a:lvl4pPr>
            <a:lvl5pPr marL="2286000" lvl="4" indent="-376060">
              <a:spcBef>
                <a:spcPts val="0"/>
              </a:spcBef>
              <a:spcAft>
                <a:spcPts val="0"/>
              </a:spcAft>
              <a:buSzPts val="2322"/>
              <a:buChar char="○"/>
              <a:defRPr sz="2322"/>
            </a:lvl5pPr>
            <a:lvl6pPr marL="2743200" lvl="5" indent="-376060">
              <a:spcBef>
                <a:spcPts val="0"/>
              </a:spcBef>
              <a:spcAft>
                <a:spcPts val="0"/>
              </a:spcAft>
              <a:buSzPts val="2322"/>
              <a:buChar char="■"/>
              <a:defRPr sz="2322"/>
            </a:lvl6pPr>
            <a:lvl7pPr marL="3200400" lvl="6" indent="-376060">
              <a:spcBef>
                <a:spcPts val="0"/>
              </a:spcBef>
              <a:spcAft>
                <a:spcPts val="0"/>
              </a:spcAft>
              <a:buSzPts val="2322"/>
              <a:buChar char="●"/>
              <a:defRPr sz="2322"/>
            </a:lvl7pPr>
            <a:lvl8pPr marL="3657600" lvl="7" indent="-376061">
              <a:spcBef>
                <a:spcPts val="0"/>
              </a:spcBef>
              <a:spcAft>
                <a:spcPts val="0"/>
              </a:spcAft>
              <a:buSzPts val="2322"/>
              <a:buChar char="○"/>
              <a:defRPr sz="2322"/>
            </a:lvl8pPr>
            <a:lvl9pPr marL="4114800" lvl="8" indent="-376061">
              <a:spcBef>
                <a:spcPts val="0"/>
              </a:spcBef>
              <a:spcAft>
                <a:spcPts val="0"/>
              </a:spcAft>
              <a:buSzPts val="2322"/>
              <a:buChar char="■"/>
              <a:defRPr sz="2322"/>
            </a:lvl9pPr>
          </a:lstStyle>
          <a:p>
            <a:endParaRPr/>
          </a:p>
        </p:txBody>
      </p:sp>
      <p:sp>
        <p:nvSpPr>
          <p:cNvPr id="31" name="Google Shape;31;p7"/>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551531" y="1600533"/>
            <a:ext cx="7163700" cy="14545200"/>
          </a:xfrm>
          <a:prstGeom prst="rect">
            <a:avLst/>
          </a:prstGeom>
        </p:spPr>
        <p:txBody>
          <a:bodyPr spcFirstLastPara="1" wrap="square" lIns="176925" tIns="176925" rIns="176925" bIns="176925" anchor="ctr" anchorCtr="0">
            <a:normAutofit/>
          </a:bodyPr>
          <a:lstStyle>
            <a:lvl1pPr lvl="0">
              <a:spcBef>
                <a:spcPts val="0"/>
              </a:spcBef>
              <a:spcAft>
                <a:spcPts val="0"/>
              </a:spcAft>
              <a:buSzPts val="9289"/>
              <a:buNone/>
              <a:defRPr sz="9288"/>
            </a:lvl1pPr>
            <a:lvl2pPr lvl="1">
              <a:spcBef>
                <a:spcPts val="0"/>
              </a:spcBef>
              <a:spcAft>
                <a:spcPts val="0"/>
              </a:spcAft>
              <a:buSzPts val="9289"/>
              <a:buNone/>
              <a:defRPr sz="9288"/>
            </a:lvl2pPr>
            <a:lvl3pPr lvl="2">
              <a:spcBef>
                <a:spcPts val="0"/>
              </a:spcBef>
              <a:spcAft>
                <a:spcPts val="0"/>
              </a:spcAft>
              <a:buSzPts val="9289"/>
              <a:buNone/>
              <a:defRPr sz="9288"/>
            </a:lvl3pPr>
            <a:lvl4pPr lvl="3">
              <a:spcBef>
                <a:spcPts val="0"/>
              </a:spcBef>
              <a:spcAft>
                <a:spcPts val="0"/>
              </a:spcAft>
              <a:buSzPts val="9289"/>
              <a:buNone/>
              <a:defRPr sz="9288"/>
            </a:lvl4pPr>
            <a:lvl5pPr lvl="4">
              <a:spcBef>
                <a:spcPts val="0"/>
              </a:spcBef>
              <a:spcAft>
                <a:spcPts val="0"/>
              </a:spcAft>
              <a:buSzPts val="9289"/>
              <a:buNone/>
              <a:defRPr sz="9288"/>
            </a:lvl5pPr>
            <a:lvl6pPr lvl="5">
              <a:spcBef>
                <a:spcPts val="0"/>
              </a:spcBef>
              <a:spcAft>
                <a:spcPts val="0"/>
              </a:spcAft>
              <a:buSzPts val="9289"/>
              <a:buNone/>
              <a:defRPr sz="9288"/>
            </a:lvl6pPr>
            <a:lvl7pPr lvl="6">
              <a:spcBef>
                <a:spcPts val="0"/>
              </a:spcBef>
              <a:spcAft>
                <a:spcPts val="0"/>
              </a:spcAft>
              <a:buSzPts val="9289"/>
              <a:buNone/>
              <a:defRPr sz="9288"/>
            </a:lvl7pPr>
            <a:lvl8pPr lvl="7">
              <a:spcBef>
                <a:spcPts val="0"/>
              </a:spcBef>
              <a:spcAft>
                <a:spcPts val="0"/>
              </a:spcAft>
              <a:buSzPts val="9289"/>
              <a:buNone/>
              <a:defRPr sz="9288"/>
            </a:lvl8pPr>
            <a:lvl9pPr lvl="8">
              <a:spcBef>
                <a:spcPts val="0"/>
              </a:spcBef>
              <a:spcAft>
                <a:spcPts val="0"/>
              </a:spcAft>
              <a:buSzPts val="9289"/>
              <a:buNone/>
              <a:defRPr sz="9288"/>
            </a:lvl9pPr>
          </a:lstStyle>
          <a:p>
            <a:endParaRPr/>
          </a:p>
        </p:txBody>
      </p:sp>
      <p:sp>
        <p:nvSpPr>
          <p:cNvPr id="34" name="Google Shape;34;p8"/>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5143500" y="-444"/>
            <a:ext cx="5143500" cy="18288000"/>
          </a:xfrm>
          <a:prstGeom prst="rect">
            <a:avLst/>
          </a:prstGeom>
          <a:solidFill>
            <a:schemeClr val="lt2"/>
          </a:solidFill>
          <a:ln>
            <a:noFill/>
          </a:ln>
        </p:spPr>
        <p:txBody>
          <a:bodyPr spcFirstLastPara="1" wrap="square" lIns="176925" tIns="176925" rIns="176925" bIns="1769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98688" y="4384622"/>
            <a:ext cx="4550700" cy="5270400"/>
          </a:xfrm>
          <a:prstGeom prst="rect">
            <a:avLst/>
          </a:prstGeom>
        </p:spPr>
        <p:txBody>
          <a:bodyPr spcFirstLastPara="1" wrap="square" lIns="176925" tIns="176925" rIns="176925" bIns="176925" anchor="b" anchorCtr="0">
            <a:normAutofit/>
          </a:bodyPr>
          <a:lstStyle>
            <a:lvl1pPr lvl="0" algn="ctr">
              <a:spcBef>
                <a:spcPts val="0"/>
              </a:spcBef>
              <a:spcAft>
                <a:spcPts val="0"/>
              </a:spcAft>
              <a:buSzPts val="8128"/>
              <a:buNone/>
              <a:defRPr sz="8127"/>
            </a:lvl1pPr>
            <a:lvl2pPr lvl="1" algn="ctr">
              <a:spcBef>
                <a:spcPts val="0"/>
              </a:spcBef>
              <a:spcAft>
                <a:spcPts val="0"/>
              </a:spcAft>
              <a:buSzPts val="8128"/>
              <a:buNone/>
              <a:defRPr sz="8127"/>
            </a:lvl2pPr>
            <a:lvl3pPr lvl="2" algn="ctr">
              <a:spcBef>
                <a:spcPts val="0"/>
              </a:spcBef>
              <a:spcAft>
                <a:spcPts val="0"/>
              </a:spcAft>
              <a:buSzPts val="8128"/>
              <a:buNone/>
              <a:defRPr sz="8127"/>
            </a:lvl3pPr>
            <a:lvl4pPr lvl="3" algn="ctr">
              <a:spcBef>
                <a:spcPts val="0"/>
              </a:spcBef>
              <a:spcAft>
                <a:spcPts val="0"/>
              </a:spcAft>
              <a:buSzPts val="8128"/>
              <a:buNone/>
              <a:defRPr sz="8127"/>
            </a:lvl4pPr>
            <a:lvl5pPr lvl="4" algn="ctr">
              <a:spcBef>
                <a:spcPts val="0"/>
              </a:spcBef>
              <a:spcAft>
                <a:spcPts val="0"/>
              </a:spcAft>
              <a:buSzPts val="8128"/>
              <a:buNone/>
              <a:defRPr sz="8127"/>
            </a:lvl5pPr>
            <a:lvl6pPr lvl="5" algn="ctr">
              <a:spcBef>
                <a:spcPts val="0"/>
              </a:spcBef>
              <a:spcAft>
                <a:spcPts val="0"/>
              </a:spcAft>
              <a:buSzPts val="8128"/>
              <a:buNone/>
              <a:defRPr sz="8127"/>
            </a:lvl6pPr>
            <a:lvl7pPr lvl="6" algn="ctr">
              <a:spcBef>
                <a:spcPts val="0"/>
              </a:spcBef>
              <a:spcAft>
                <a:spcPts val="0"/>
              </a:spcAft>
              <a:buSzPts val="8128"/>
              <a:buNone/>
              <a:defRPr sz="8127"/>
            </a:lvl7pPr>
            <a:lvl8pPr lvl="7" algn="ctr">
              <a:spcBef>
                <a:spcPts val="0"/>
              </a:spcBef>
              <a:spcAft>
                <a:spcPts val="0"/>
              </a:spcAft>
              <a:buSzPts val="8128"/>
              <a:buNone/>
              <a:defRPr sz="8127"/>
            </a:lvl8pPr>
            <a:lvl9pPr lvl="8" algn="ctr">
              <a:spcBef>
                <a:spcPts val="0"/>
              </a:spcBef>
              <a:spcAft>
                <a:spcPts val="0"/>
              </a:spcAft>
              <a:buSzPts val="8128"/>
              <a:buNone/>
              <a:defRPr sz="8127"/>
            </a:lvl9pPr>
          </a:lstStyle>
          <a:p>
            <a:endParaRPr/>
          </a:p>
        </p:txBody>
      </p:sp>
      <p:sp>
        <p:nvSpPr>
          <p:cNvPr id="38" name="Google Shape;38;p9"/>
          <p:cNvSpPr txBox="1">
            <a:spLocks noGrp="1"/>
          </p:cNvSpPr>
          <p:nvPr>
            <p:ph type="subTitle" idx="1"/>
          </p:nvPr>
        </p:nvSpPr>
        <p:spPr>
          <a:xfrm>
            <a:off x="298688" y="9966489"/>
            <a:ext cx="4550700" cy="4391400"/>
          </a:xfrm>
          <a:prstGeom prst="rect">
            <a:avLst/>
          </a:prstGeom>
        </p:spPr>
        <p:txBody>
          <a:bodyPr spcFirstLastPara="1" wrap="square" lIns="176925" tIns="176925" rIns="176925" bIns="176925" anchor="t" anchorCtr="0">
            <a:normAutofit/>
          </a:bodyPr>
          <a:lstStyle>
            <a:lvl1pPr lvl="0" algn="ctr">
              <a:lnSpc>
                <a:spcPct val="100000"/>
              </a:lnSpc>
              <a:spcBef>
                <a:spcPts val="0"/>
              </a:spcBef>
              <a:spcAft>
                <a:spcPts val="0"/>
              </a:spcAft>
              <a:buSzPts val="4064"/>
              <a:buNone/>
              <a:defRPr sz="4063"/>
            </a:lvl1pPr>
            <a:lvl2pPr lvl="1" algn="ctr">
              <a:lnSpc>
                <a:spcPct val="100000"/>
              </a:lnSpc>
              <a:spcBef>
                <a:spcPts val="0"/>
              </a:spcBef>
              <a:spcAft>
                <a:spcPts val="0"/>
              </a:spcAft>
              <a:buSzPts val="4064"/>
              <a:buNone/>
              <a:defRPr sz="4063"/>
            </a:lvl2pPr>
            <a:lvl3pPr lvl="2" algn="ctr">
              <a:lnSpc>
                <a:spcPct val="100000"/>
              </a:lnSpc>
              <a:spcBef>
                <a:spcPts val="0"/>
              </a:spcBef>
              <a:spcAft>
                <a:spcPts val="0"/>
              </a:spcAft>
              <a:buSzPts val="4064"/>
              <a:buNone/>
              <a:defRPr sz="4063"/>
            </a:lvl3pPr>
            <a:lvl4pPr lvl="3" algn="ctr">
              <a:lnSpc>
                <a:spcPct val="100000"/>
              </a:lnSpc>
              <a:spcBef>
                <a:spcPts val="0"/>
              </a:spcBef>
              <a:spcAft>
                <a:spcPts val="0"/>
              </a:spcAft>
              <a:buSzPts val="4064"/>
              <a:buNone/>
              <a:defRPr sz="4063"/>
            </a:lvl4pPr>
            <a:lvl5pPr lvl="4" algn="ctr">
              <a:lnSpc>
                <a:spcPct val="100000"/>
              </a:lnSpc>
              <a:spcBef>
                <a:spcPts val="0"/>
              </a:spcBef>
              <a:spcAft>
                <a:spcPts val="0"/>
              </a:spcAft>
              <a:buSzPts val="4064"/>
              <a:buNone/>
              <a:defRPr sz="4063"/>
            </a:lvl5pPr>
            <a:lvl6pPr lvl="5" algn="ctr">
              <a:lnSpc>
                <a:spcPct val="100000"/>
              </a:lnSpc>
              <a:spcBef>
                <a:spcPts val="0"/>
              </a:spcBef>
              <a:spcAft>
                <a:spcPts val="0"/>
              </a:spcAft>
              <a:buSzPts val="4064"/>
              <a:buNone/>
              <a:defRPr sz="4063"/>
            </a:lvl6pPr>
            <a:lvl7pPr lvl="6" algn="ctr">
              <a:lnSpc>
                <a:spcPct val="100000"/>
              </a:lnSpc>
              <a:spcBef>
                <a:spcPts val="0"/>
              </a:spcBef>
              <a:spcAft>
                <a:spcPts val="0"/>
              </a:spcAft>
              <a:buSzPts val="4064"/>
              <a:buNone/>
              <a:defRPr sz="4063"/>
            </a:lvl7pPr>
            <a:lvl8pPr lvl="7" algn="ctr">
              <a:lnSpc>
                <a:spcPct val="100000"/>
              </a:lnSpc>
              <a:spcBef>
                <a:spcPts val="0"/>
              </a:spcBef>
              <a:spcAft>
                <a:spcPts val="0"/>
              </a:spcAft>
              <a:buSzPts val="4064"/>
              <a:buNone/>
              <a:defRPr sz="4063"/>
            </a:lvl8pPr>
            <a:lvl9pPr lvl="8" algn="ctr">
              <a:lnSpc>
                <a:spcPct val="100000"/>
              </a:lnSpc>
              <a:spcBef>
                <a:spcPts val="0"/>
              </a:spcBef>
              <a:spcAft>
                <a:spcPts val="0"/>
              </a:spcAft>
              <a:buSzPts val="4064"/>
              <a:buNone/>
              <a:defRPr sz="4063"/>
            </a:lvl9pPr>
          </a:lstStyle>
          <a:p>
            <a:endParaRPr/>
          </a:p>
        </p:txBody>
      </p:sp>
      <p:sp>
        <p:nvSpPr>
          <p:cNvPr id="39" name="Google Shape;39;p9"/>
          <p:cNvSpPr txBox="1">
            <a:spLocks noGrp="1"/>
          </p:cNvSpPr>
          <p:nvPr>
            <p:ph type="body" idx="2"/>
          </p:nvPr>
        </p:nvSpPr>
        <p:spPr>
          <a:xfrm>
            <a:off x="5556938" y="2574489"/>
            <a:ext cx="4316700" cy="13138200"/>
          </a:xfrm>
          <a:prstGeom prst="rect">
            <a:avLst/>
          </a:prstGeom>
        </p:spPr>
        <p:txBody>
          <a:bodyPr spcFirstLastPara="1" wrap="square" lIns="176925" tIns="176925" rIns="176925" bIns="176925" anchor="ctr" anchorCtr="0">
            <a:normAutofit/>
          </a:bodyPr>
          <a:lstStyle>
            <a:lvl1pPr marL="457200" lvl="0" indent="-449791">
              <a:spcBef>
                <a:spcPts val="0"/>
              </a:spcBef>
              <a:spcAft>
                <a:spcPts val="0"/>
              </a:spcAft>
              <a:buSzPts val="3483"/>
              <a:buChar char="●"/>
              <a:defRPr sz="3483"/>
            </a:lvl1pPr>
            <a:lvl2pPr marL="914400" lvl="1" indent="-400638">
              <a:spcBef>
                <a:spcPts val="0"/>
              </a:spcBef>
              <a:spcAft>
                <a:spcPts val="0"/>
              </a:spcAft>
              <a:buSzPts val="2709"/>
              <a:buChar char="○"/>
              <a:defRPr sz="2709"/>
            </a:lvl2pPr>
            <a:lvl3pPr marL="1371600" lvl="2" indent="-400638">
              <a:spcBef>
                <a:spcPts val="0"/>
              </a:spcBef>
              <a:spcAft>
                <a:spcPts val="0"/>
              </a:spcAft>
              <a:buSzPts val="2709"/>
              <a:buChar char="■"/>
              <a:defRPr sz="2709"/>
            </a:lvl3pPr>
            <a:lvl4pPr marL="1828800" lvl="3" indent="-400638">
              <a:spcBef>
                <a:spcPts val="0"/>
              </a:spcBef>
              <a:spcAft>
                <a:spcPts val="0"/>
              </a:spcAft>
              <a:buSzPts val="2709"/>
              <a:buChar char="●"/>
              <a:defRPr sz="2709"/>
            </a:lvl4pPr>
            <a:lvl5pPr marL="2286000" lvl="4" indent="-400637">
              <a:spcBef>
                <a:spcPts val="0"/>
              </a:spcBef>
              <a:spcAft>
                <a:spcPts val="0"/>
              </a:spcAft>
              <a:buSzPts val="2709"/>
              <a:buChar char="○"/>
              <a:defRPr sz="2709"/>
            </a:lvl5pPr>
            <a:lvl6pPr marL="2743200" lvl="5" indent="-400637">
              <a:spcBef>
                <a:spcPts val="0"/>
              </a:spcBef>
              <a:spcAft>
                <a:spcPts val="0"/>
              </a:spcAft>
              <a:buSzPts val="2709"/>
              <a:buChar char="■"/>
              <a:defRPr sz="2709"/>
            </a:lvl6pPr>
            <a:lvl7pPr marL="3200400" lvl="6" indent="-400637">
              <a:spcBef>
                <a:spcPts val="0"/>
              </a:spcBef>
              <a:spcAft>
                <a:spcPts val="0"/>
              </a:spcAft>
              <a:buSzPts val="2709"/>
              <a:buChar char="●"/>
              <a:defRPr sz="2709"/>
            </a:lvl7pPr>
            <a:lvl8pPr marL="3657600" lvl="7" indent="-400637">
              <a:spcBef>
                <a:spcPts val="0"/>
              </a:spcBef>
              <a:spcAft>
                <a:spcPts val="0"/>
              </a:spcAft>
              <a:buSzPts val="2709"/>
              <a:buChar char="○"/>
              <a:defRPr sz="2709"/>
            </a:lvl8pPr>
            <a:lvl9pPr marL="4114800" lvl="8" indent="-400637">
              <a:spcBef>
                <a:spcPts val="0"/>
              </a:spcBef>
              <a:spcAft>
                <a:spcPts val="0"/>
              </a:spcAft>
              <a:buSzPts val="2709"/>
              <a:buChar char="■"/>
              <a:defRPr sz="2709"/>
            </a:lvl9pPr>
          </a:lstStyle>
          <a:p>
            <a:endParaRPr/>
          </a:p>
        </p:txBody>
      </p:sp>
      <p:sp>
        <p:nvSpPr>
          <p:cNvPr id="40" name="Google Shape;40;p9"/>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50663" y="15042044"/>
            <a:ext cx="6748800" cy="2151600"/>
          </a:xfrm>
          <a:prstGeom prst="rect">
            <a:avLst/>
          </a:prstGeom>
        </p:spPr>
        <p:txBody>
          <a:bodyPr spcFirstLastPara="1" wrap="square" lIns="176925" tIns="176925" rIns="176925" bIns="176925" anchor="ctr" anchorCtr="0">
            <a:normAutofit/>
          </a:bodyPr>
          <a:lstStyle>
            <a:lvl1pPr marL="457200" lvl="0" indent="-228600">
              <a:lnSpc>
                <a:spcPct val="100000"/>
              </a:lnSpc>
              <a:spcBef>
                <a:spcPts val="0"/>
              </a:spcBef>
              <a:spcAft>
                <a:spcPts val="0"/>
              </a:spcAft>
              <a:buSzPts val="3483"/>
              <a:buNone/>
              <a:defRPr sz="3483"/>
            </a:lvl1pPr>
          </a:lstStyle>
          <a:p>
            <a:endParaRPr/>
          </a:p>
        </p:txBody>
      </p:sp>
      <p:sp>
        <p:nvSpPr>
          <p:cNvPr id="43" name="Google Shape;43;p10"/>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50663" y="3932889"/>
            <a:ext cx="9585600" cy="6981300"/>
          </a:xfrm>
          <a:prstGeom prst="rect">
            <a:avLst/>
          </a:prstGeom>
        </p:spPr>
        <p:txBody>
          <a:bodyPr spcFirstLastPara="1" wrap="square" lIns="176925" tIns="176925" rIns="176925" bIns="176925" anchor="b" anchorCtr="0">
            <a:normAutofit/>
          </a:bodyPr>
          <a:lstStyle>
            <a:lvl1pPr lvl="0" algn="ctr">
              <a:spcBef>
                <a:spcPts val="0"/>
              </a:spcBef>
              <a:spcAft>
                <a:spcPts val="0"/>
              </a:spcAft>
              <a:buSzPts val="23222"/>
              <a:buNone/>
              <a:defRPr sz="23222"/>
            </a:lvl1pPr>
            <a:lvl2pPr lvl="1" algn="ctr">
              <a:spcBef>
                <a:spcPts val="0"/>
              </a:spcBef>
              <a:spcAft>
                <a:spcPts val="0"/>
              </a:spcAft>
              <a:buSzPts val="23222"/>
              <a:buNone/>
              <a:defRPr sz="23222"/>
            </a:lvl2pPr>
            <a:lvl3pPr lvl="2" algn="ctr">
              <a:spcBef>
                <a:spcPts val="0"/>
              </a:spcBef>
              <a:spcAft>
                <a:spcPts val="0"/>
              </a:spcAft>
              <a:buSzPts val="23222"/>
              <a:buNone/>
              <a:defRPr sz="23222"/>
            </a:lvl3pPr>
            <a:lvl4pPr lvl="3" algn="ctr">
              <a:spcBef>
                <a:spcPts val="0"/>
              </a:spcBef>
              <a:spcAft>
                <a:spcPts val="0"/>
              </a:spcAft>
              <a:buSzPts val="23222"/>
              <a:buNone/>
              <a:defRPr sz="23222"/>
            </a:lvl4pPr>
            <a:lvl5pPr lvl="4" algn="ctr">
              <a:spcBef>
                <a:spcPts val="0"/>
              </a:spcBef>
              <a:spcAft>
                <a:spcPts val="0"/>
              </a:spcAft>
              <a:buSzPts val="23222"/>
              <a:buNone/>
              <a:defRPr sz="23222"/>
            </a:lvl5pPr>
            <a:lvl6pPr lvl="5" algn="ctr">
              <a:spcBef>
                <a:spcPts val="0"/>
              </a:spcBef>
              <a:spcAft>
                <a:spcPts val="0"/>
              </a:spcAft>
              <a:buSzPts val="23222"/>
              <a:buNone/>
              <a:defRPr sz="23222"/>
            </a:lvl6pPr>
            <a:lvl7pPr lvl="6" algn="ctr">
              <a:spcBef>
                <a:spcPts val="0"/>
              </a:spcBef>
              <a:spcAft>
                <a:spcPts val="0"/>
              </a:spcAft>
              <a:buSzPts val="23222"/>
              <a:buNone/>
              <a:defRPr sz="23222"/>
            </a:lvl7pPr>
            <a:lvl8pPr lvl="7" algn="ctr">
              <a:spcBef>
                <a:spcPts val="0"/>
              </a:spcBef>
              <a:spcAft>
                <a:spcPts val="0"/>
              </a:spcAft>
              <a:buSzPts val="23222"/>
              <a:buNone/>
              <a:defRPr sz="23222"/>
            </a:lvl8pPr>
            <a:lvl9pPr lvl="8" algn="ctr">
              <a:spcBef>
                <a:spcPts val="0"/>
              </a:spcBef>
              <a:spcAft>
                <a:spcPts val="0"/>
              </a:spcAft>
              <a:buSzPts val="23222"/>
              <a:buNone/>
              <a:defRPr sz="23222"/>
            </a:lvl9pPr>
          </a:lstStyle>
          <a:p>
            <a:r>
              <a:t>xx%</a:t>
            </a:r>
          </a:p>
        </p:txBody>
      </p:sp>
      <p:sp>
        <p:nvSpPr>
          <p:cNvPr id="46" name="Google Shape;46;p11"/>
          <p:cNvSpPr txBox="1">
            <a:spLocks noGrp="1"/>
          </p:cNvSpPr>
          <p:nvPr>
            <p:ph type="body" idx="1"/>
          </p:nvPr>
        </p:nvSpPr>
        <p:spPr>
          <a:xfrm>
            <a:off x="350663" y="11207911"/>
            <a:ext cx="9585600" cy="4625100"/>
          </a:xfrm>
          <a:prstGeom prst="rect">
            <a:avLst/>
          </a:prstGeom>
        </p:spPr>
        <p:txBody>
          <a:bodyPr spcFirstLastPara="1" wrap="square" lIns="176925" tIns="176925" rIns="176925" bIns="176925" anchor="t" anchorCtr="0">
            <a:normAutofit/>
          </a:bodyPr>
          <a:lstStyle>
            <a:lvl1pPr marL="457200" lvl="0" indent="-449791" algn="ctr">
              <a:spcBef>
                <a:spcPts val="0"/>
              </a:spcBef>
              <a:spcAft>
                <a:spcPts val="0"/>
              </a:spcAft>
              <a:buSzPts val="3483"/>
              <a:buChar char="●"/>
              <a:defRPr sz="3483"/>
            </a:lvl1pPr>
            <a:lvl2pPr marL="914400" lvl="1" indent="-400638" algn="ctr">
              <a:spcBef>
                <a:spcPts val="0"/>
              </a:spcBef>
              <a:spcAft>
                <a:spcPts val="0"/>
              </a:spcAft>
              <a:buSzPts val="2709"/>
              <a:buChar char="○"/>
              <a:defRPr sz="2709"/>
            </a:lvl2pPr>
            <a:lvl3pPr marL="1371600" lvl="2" indent="-400638" algn="ctr">
              <a:spcBef>
                <a:spcPts val="0"/>
              </a:spcBef>
              <a:spcAft>
                <a:spcPts val="0"/>
              </a:spcAft>
              <a:buSzPts val="2709"/>
              <a:buChar char="■"/>
              <a:defRPr sz="2709"/>
            </a:lvl3pPr>
            <a:lvl4pPr marL="1828800" lvl="3" indent="-400638" algn="ctr">
              <a:spcBef>
                <a:spcPts val="0"/>
              </a:spcBef>
              <a:spcAft>
                <a:spcPts val="0"/>
              </a:spcAft>
              <a:buSzPts val="2709"/>
              <a:buChar char="●"/>
              <a:defRPr sz="2709"/>
            </a:lvl4pPr>
            <a:lvl5pPr marL="2286000" lvl="4" indent="-400637" algn="ctr">
              <a:spcBef>
                <a:spcPts val="0"/>
              </a:spcBef>
              <a:spcAft>
                <a:spcPts val="0"/>
              </a:spcAft>
              <a:buSzPts val="2709"/>
              <a:buChar char="○"/>
              <a:defRPr sz="2709"/>
            </a:lvl5pPr>
            <a:lvl6pPr marL="2743200" lvl="5" indent="-400637" algn="ctr">
              <a:spcBef>
                <a:spcPts val="0"/>
              </a:spcBef>
              <a:spcAft>
                <a:spcPts val="0"/>
              </a:spcAft>
              <a:buSzPts val="2709"/>
              <a:buChar char="■"/>
              <a:defRPr sz="2709"/>
            </a:lvl6pPr>
            <a:lvl7pPr marL="3200400" lvl="6" indent="-400637" algn="ctr">
              <a:spcBef>
                <a:spcPts val="0"/>
              </a:spcBef>
              <a:spcAft>
                <a:spcPts val="0"/>
              </a:spcAft>
              <a:buSzPts val="2709"/>
              <a:buChar char="●"/>
              <a:defRPr sz="2709"/>
            </a:lvl7pPr>
            <a:lvl8pPr marL="3657600" lvl="7" indent="-400637" algn="ctr">
              <a:spcBef>
                <a:spcPts val="0"/>
              </a:spcBef>
              <a:spcAft>
                <a:spcPts val="0"/>
              </a:spcAft>
              <a:buSzPts val="2709"/>
              <a:buChar char="○"/>
              <a:defRPr sz="2709"/>
            </a:lvl8pPr>
            <a:lvl9pPr marL="4114800" lvl="8" indent="-400637" algn="ctr">
              <a:spcBef>
                <a:spcPts val="0"/>
              </a:spcBef>
              <a:spcAft>
                <a:spcPts val="0"/>
              </a:spcAft>
              <a:buSzPts val="2709"/>
              <a:buChar char="■"/>
              <a:defRPr sz="2709"/>
            </a:lvl9pPr>
          </a:lstStyle>
          <a:p>
            <a:endParaRPr/>
          </a:p>
        </p:txBody>
      </p:sp>
      <p:sp>
        <p:nvSpPr>
          <p:cNvPr id="47" name="Google Shape;47;p11"/>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50663" y="1582311"/>
            <a:ext cx="9585600" cy="2036400"/>
          </a:xfrm>
          <a:prstGeom prst="rect">
            <a:avLst/>
          </a:prstGeom>
          <a:noFill/>
          <a:ln>
            <a:noFill/>
          </a:ln>
        </p:spPr>
        <p:txBody>
          <a:bodyPr spcFirstLastPara="1" wrap="square" lIns="176925" tIns="176925" rIns="176925" bIns="176925" anchor="t" anchorCtr="0">
            <a:normAutofit/>
          </a:bodyPr>
          <a:lstStyle>
            <a:lvl1pPr lvl="0">
              <a:spcBef>
                <a:spcPts val="0"/>
              </a:spcBef>
              <a:spcAft>
                <a:spcPts val="0"/>
              </a:spcAft>
              <a:buClr>
                <a:schemeClr val="dk1"/>
              </a:buClr>
              <a:buSzPts val="5419"/>
              <a:buNone/>
              <a:defRPr sz="5418">
                <a:solidFill>
                  <a:schemeClr val="dk1"/>
                </a:solidFill>
              </a:defRPr>
            </a:lvl1pPr>
            <a:lvl2pPr lvl="1">
              <a:spcBef>
                <a:spcPts val="0"/>
              </a:spcBef>
              <a:spcAft>
                <a:spcPts val="0"/>
              </a:spcAft>
              <a:buClr>
                <a:schemeClr val="dk1"/>
              </a:buClr>
              <a:buSzPts val="5419"/>
              <a:buNone/>
              <a:defRPr sz="5418">
                <a:solidFill>
                  <a:schemeClr val="dk1"/>
                </a:solidFill>
              </a:defRPr>
            </a:lvl2pPr>
            <a:lvl3pPr lvl="2">
              <a:spcBef>
                <a:spcPts val="0"/>
              </a:spcBef>
              <a:spcAft>
                <a:spcPts val="0"/>
              </a:spcAft>
              <a:buClr>
                <a:schemeClr val="dk1"/>
              </a:buClr>
              <a:buSzPts val="5419"/>
              <a:buNone/>
              <a:defRPr sz="5418">
                <a:solidFill>
                  <a:schemeClr val="dk1"/>
                </a:solidFill>
              </a:defRPr>
            </a:lvl3pPr>
            <a:lvl4pPr lvl="3">
              <a:spcBef>
                <a:spcPts val="0"/>
              </a:spcBef>
              <a:spcAft>
                <a:spcPts val="0"/>
              </a:spcAft>
              <a:buClr>
                <a:schemeClr val="dk1"/>
              </a:buClr>
              <a:buSzPts val="5419"/>
              <a:buNone/>
              <a:defRPr sz="5418">
                <a:solidFill>
                  <a:schemeClr val="dk1"/>
                </a:solidFill>
              </a:defRPr>
            </a:lvl4pPr>
            <a:lvl5pPr lvl="4">
              <a:spcBef>
                <a:spcPts val="0"/>
              </a:spcBef>
              <a:spcAft>
                <a:spcPts val="0"/>
              </a:spcAft>
              <a:buClr>
                <a:schemeClr val="dk1"/>
              </a:buClr>
              <a:buSzPts val="5419"/>
              <a:buNone/>
              <a:defRPr sz="5418">
                <a:solidFill>
                  <a:schemeClr val="dk1"/>
                </a:solidFill>
              </a:defRPr>
            </a:lvl5pPr>
            <a:lvl6pPr lvl="5">
              <a:spcBef>
                <a:spcPts val="0"/>
              </a:spcBef>
              <a:spcAft>
                <a:spcPts val="0"/>
              </a:spcAft>
              <a:buClr>
                <a:schemeClr val="dk1"/>
              </a:buClr>
              <a:buSzPts val="5419"/>
              <a:buNone/>
              <a:defRPr sz="5418">
                <a:solidFill>
                  <a:schemeClr val="dk1"/>
                </a:solidFill>
              </a:defRPr>
            </a:lvl6pPr>
            <a:lvl7pPr lvl="6">
              <a:spcBef>
                <a:spcPts val="0"/>
              </a:spcBef>
              <a:spcAft>
                <a:spcPts val="0"/>
              </a:spcAft>
              <a:buClr>
                <a:schemeClr val="dk1"/>
              </a:buClr>
              <a:buSzPts val="5419"/>
              <a:buNone/>
              <a:defRPr sz="5418">
                <a:solidFill>
                  <a:schemeClr val="dk1"/>
                </a:solidFill>
              </a:defRPr>
            </a:lvl7pPr>
            <a:lvl8pPr lvl="7">
              <a:spcBef>
                <a:spcPts val="0"/>
              </a:spcBef>
              <a:spcAft>
                <a:spcPts val="0"/>
              </a:spcAft>
              <a:buClr>
                <a:schemeClr val="dk1"/>
              </a:buClr>
              <a:buSzPts val="5419"/>
              <a:buNone/>
              <a:defRPr sz="5418">
                <a:solidFill>
                  <a:schemeClr val="dk1"/>
                </a:solidFill>
              </a:defRPr>
            </a:lvl8pPr>
            <a:lvl9pPr lvl="8">
              <a:spcBef>
                <a:spcPts val="0"/>
              </a:spcBef>
              <a:spcAft>
                <a:spcPts val="0"/>
              </a:spcAft>
              <a:buClr>
                <a:schemeClr val="dk1"/>
              </a:buClr>
              <a:buSzPts val="5419"/>
              <a:buNone/>
              <a:defRPr sz="5418">
                <a:solidFill>
                  <a:schemeClr val="dk1"/>
                </a:solidFill>
              </a:defRPr>
            </a:lvl9pPr>
          </a:lstStyle>
          <a:p>
            <a:endParaRPr/>
          </a:p>
        </p:txBody>
      </p:sp>
      <p:sp>
        <p:nvSpPr>
          <p:cNvPr id="7" name="Google Shape;7;p1"/>
          <p:cNvSpPr txBox="1">
            <a:spLocks noGrp="1"/>
          </p:cNvSpPr>
          <p:nvPr>
            <p:ph type="body" idx="1"/>
          </p:nvPr>
        </p:nvSpPr>
        <p:spPr>
          <a:xfrm>
            <a:off x="350663" y="4097689"/>
            <a:ext cx="9585600" cy="12147300"/>
          </a:xfrm>
          <a:prstGeom prst="rect">
            <a:avLst/>
          </a:prstGeom>
          <a:noFill/>
          <a:ln>
            <a:noFill/>
          </a:ln>
        </p:spPr>
        <p:txBody>
          <a:bodyPr spcFirstLastPara="1" wrap="square" lIns="176925" tIns="176925" rIns="176925" bIns="176925" anchor="t" anchorCtr="0">
            <a:normAutofit/>
          </a:bodyPr>
          <a:lstStyle>
            <a:lvl1pPr marL="457200" lvl="0" indent="-449791">
              <a:lnSpc>
                <a:spcPct val="115000"/>
              </a:lnSpc>
              <a:spcBef>
                <a:spcPts val="0"/>
              </a:spcBef>
              <a:spcAft>
                <a:spcPts val="0"/>
              </a:spcAft>
              <a:buClr>
                <a:schemeClr val="dk2"/>
              </a:buClr>
              <a:buSzPts val="3483"/>
              <a:buChar char="●"/>
              <a:defRPr sz="3483">
                <a:solidFill>
                  <a:schemeClr val="dk2"/>
                </a:solidFill>
              </a:defRPr>
            </a:lvl1pPr>
            <a:lvl2pPr marL="914400" lvl="1" indent="-400638">
              <a:lnSpc>
                <a:spcPct val="115000"/>
              </a:lnSpc>
              <a:spcBef>
                <a:spcPts val="0"/>
              </a:spcBef>
              <a:spcAft>
                <a:spcPts val="0"/>
              </a:spcAft>
              <a:buClr>
                <a:schemeClr val="dk2"/>
              </a:buClr>
              <a:buSzPts val="2709"/>
              <a:buChar char="○"/>
              <a:defRPr sz="2709">
                <a:solidFill>
                  <a:schemeClr val="dk2"/>
                </a:solidFill>
              </a:defRPr>
            </a:lvl2pPr>
            <a:lvl3pPr marL="1371600" lvl="2" indent="-400638">
              <a:lnSpc>
                <a:spcPct val="115000"/>
              </a:lnSpc>
              <a:spcBef>
                <a:spcPts val="0"/>
              </a:spcBef>
              <a:spcAft>
                <a:spcPts val="0"/>
              </a:spcAft>
              <a:buClr>
                <a:schemeClr val="dk2"/>
              </a:buClr>
              <a:buSzPts val="2709"/>
              <a:buChar char="■"/>
              <a:defRPr sz="2709">
                <a:solidFill>
                  <a:schemeClr val="dk2"/>
                </a:solidFill>
              </a:defRPr>
            </a:lvl3pPr>
            <a:lvl4pPr marL="1828800" lvl="3" indent="-400638">
              <a:lnSpc>
                <a:spcPct val="115000"/>
              </a:lnSpc>
              <a:spcBef>
                <a:spcPts val="0"/>
              </a:spcBef>
              <a:spcAft>
                <a:spcPts val="0"/>
              </a:spcAft>
              <a:buClr>
                <a:schemeClr val="dk2"/>
              </a:buClr>
              <a:buSzPts val="2709"/>
              <a:buChar char="●"/>
              <a:defRPr sz="2709">
                <a:solidFill>
                  <a:schemeClr val="dk2"/>
                </a:solidFill>
              </a:defRPr>
            </a:lvl4pPr>
            <a:lvl5pPr marL="2286000" lvl="4" indent="-400637">
              <a:lnSpc>
                <a:spcPct val="115000"/>
              </a:lnSpc>
              <a:spcBef>
                <a:spcPts val="0"/>
              </a:spcBef>
              <a:spcAft>
                <a:spcPts val="0"/>
              </a:spcAft>
              <a:buClr>
                <a:schemeClr val="dk2"/>
              </a:buClr>
              <a:buSzPts val="2709"/>
              <a:buChar char="○"/>
              <a:defRPr sz="2709">
                <a:solidFill>
                  <a:schemeClr val="dk2"/>
                </a:solidFill>
              </a:defRPr>
            </a:lvl5pPr>
            <a:lvl6pPr marL="2743200" lvl="5" indent="-400637">
              <a:lnSpc>
                <a:spcPct val="115000"/>
              </a:lnSpc>
              <a:spcBef>
                <a:spcPts val="0"/>
              </a:spcBef>
              <a:spcAft>
                <a:spcPts val="0"/>
              </a:spcAft>
              <a:buClr>
                <a:schemeClr val="dk2"/>
              </a:buClr>
              <a:buSzPts val="2709"/>
              <a:buChar char="■"/>
              <a:defRPr sz="2709">
                <a:solidFill>
                  <a:schemeClr val="dk2"/>
                </a:solidFill>
              </a:defRPr>
            </a:lvl6pPr>
            <a:lvl7pPr marL="3200400" lvl="6" indent="-400637">
              <a:lnSpc>
                <a:spcPct val="115000"/>
              </a:lnSpc>
              <a:spcBef>
                <a:spcPts val="0"/>
              </a:spcBef>
              <a:spcAft>
                <a:spcPts val="0"/>
              </a:spcAft>
              <a:buClr>
                <a:schemeClr val="dk2"/>
              </a:buClr>
              <a:buSzPts val="2709"/>
              <a:buChar char="●"/>
              <a:defRPr sz="2709">
                <a:solidFill>
                  <a:schemeClr val="dk2"/>
                </a:solidFill>
              </a:defRPr>
            </a:lvl7pPr>
            <a:lvl8pPr marL="3657600" lvl="7" indent="-400637">
              <a:lnSpc>
                <a:spcPct val="115000"/>
              </a:lnSpc>
              <a:spcBef>
                <a:spcPts val="0"/>
              </a:spcBef>
              <a:spcAft>
                <a:spcPts val="0"/>
              </a:spcAft>
              <a:buClr>
                <a:schemeClr val="dk2"/>
              </a:buClr>
              <a:buSzPts val="2709"/>
              <a:buChar char="○"/>
              <a:defRPr sz="2709">
                <a:solidFill>
                  <a:schemeClr val="dk2"/>
                </a:solidFill>
              </a:defRPr>
            </a:lvl8pPr>
            <a:lvl9pPr marL="4114800" lvl="8" indent="-400637">
              <a:lnSpc>
                <a:spcPct val="115000"/>
              </a:lnSpc>
              <a:spcBef>
                <a:spcPts val="0"/>
              </a:spcBef>
              <a:spcAft>
                <a:spcPts val="0"/>
              </a:spcAft>
              <a:buClr>
                <a:schemeClr val="dk2"/>
              </a:buClr>
              <a:buSzPts val="2709"/>
              <a:buChar char="■"/>
              <a:defRPr sz="2709">
                <a:solidFill>
                  <a:schemeClr val="dk2"/>
                </a:solidFill>
              </a:defRPr>
            </a:lvl9pPr>
          </a:lstStyle>
          <a:p>
            <a:endParaRPr/>
          </a:p>
        </p:txBody>
      </p:sp>
      <p:sp>
        <p:nvSpPr>
          <p:cNvPr id="8" name="Google Shape;8;p1"/>
          <p:cNvSpPr txBox="1">
            <a:spLocks noGrp="1"/>
          </p:cNvSpPr>
          <p:nvPr>
            <p:ph type="sldNum" idx="12"/>
          </p:nvPr>
        </p:nvSpPr>
        <p:spPr>
          <a:xfrm>
            <a:off x="9531515" y="16580326"/>
            <a:ext cx="617400" cy="1399500"/>
          </a:xfrm>
          <a:prstGeom prst="rect">
            <a:avLst/>
          </a:prstGeom>
          <a:noFill/>
          <a:ln>
            <a:noFill/>
          </a:ln>
        </p:spPr>
        <p:txBody>
          <a:bodyPr spcFirstLastPara="1" wrap="square" lIns="176925" tIns="176925" rIns="176925" bIns="176925" anchor="ctr" anchorCtr="0">
            <a:normAutofit/>
          </a:bodyPr>
          <a:lstStyle>
            <a:lvl1pPr lvl="0" algn="r">
              <a:buNone/>
              <a:defRPr sz="1935">
                <a:solidFill>
                  <a:schemeClr val="dk2"/>
                </a:solidFill>
              </a:defRPr>
            </a:lvl1pPr>
            <a:lvl2pPr lvl="1" algn="r">
              <a:buNone/>
              <a:defRPr sz="1935">
                <a:solidFill>
                  <a:schemeClr val="dk2"/>
                </a:solidFill>
              </a:defRPr>
            </a:lvl2pPr>
            <a:lvl3pPr lvl="2" algn="r">
              <a:buNone/>
              <a:defRPr sz="1935">
                <a:solidFill>
                  <a:schemeClr val="dk2"/>
                </a:solidFill>
              </a:defRPr>
            </a:lvl3pPr>
            <a:lvl4pPr lvl="3" algn="r">
              <a:buNone/>
              <a:defRPr sz="1935">
                <a:solidFill>
                  <a:schemeClr val="dk2"/>
                </a:solidFill>
              </a:defRPr>
            </a:lvl4pPr>
            <a:lvl5pPr lvl="4" algn="r">
              <a:buNone/>
              <a:defRPr sz="1935">
                <a:solidFill>
                  <a:schemeClr val="dk2"/>
                </a:solidFill>
              </a:defRPr>
            </a:lvl5pPr>
            <a:lvl6pPr lvl="5" algn="r">
              <a:buNone/>
              <a:defRPr sz="1935">
                <a:solidFill>
                  <a:schemeClr val="dk2"/>
                </a:solidFill>
              </a:defRPr>
            </a:lvl6pPr>
            <a:lvl7pPr lvl="6" algn="r">
              <a:buNone/>
              <a:defRPr sz="1935">
                <a:solidFill>
                  <a:schemeClr val="dk2"/>
                </a:solidFill>
              </a:defRPr>
            </a:lvl7pPr>
            <a:lvl8pPr lvl="7" algn="r">
              <a:buNone/>
              <a:defRPr sz="1935">
                <a:solidFill>
                  <a:schemeClr val="dk2"/>
                </a:solidFill>
              </a:defRPr>
            </a:lvl8pPr>
            <a:lvl9pPr lvl="8" algn="r">
              <a:buNone/>
              <a:defRPr sz="1935">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png"/><Relationship Id="rId4" Type="http://schemas.openxmlformats.org/officeDocument/2006/relationships/image" Target="../media/image40.png"/><Relationship Id="rId5"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p:nvPr/>
        </p:nvSpPr>
        <p:spPr>
          <a:xfrm>
            <a:off x="1458825" y="4061600"/>
            <a:ext cx="7224000" cy="98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chemeClr val="dk1"/>
                </a:solidFill>
                <a:latin typeface="Public Sans"/>
                <a:ea typeface="Public Sans"/>
                <a:cs typeface="Public Sans"/>
                <a:sym typeface="Public Sans"/>
              </a:rPr>
              <a:t>OJ SIMPSON</a:t>
            </a:r>
            <a:endParaRPr sz="3000" b="1">
              <a:solidFill>
                <a:schemeClr val="dk1"/>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8"/>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2"/>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6"/>
        <p:cNvGrpSpPr/>
        <p:nvPr/>
      </p:nvGrpSpPr>
      <p:grpSpPr>
        <a:xfrm>
          <a:off x="0" y="0"/>
          <a:ext cx="0" cy="0"/>
          <a:chOff x="0" y="0"/>
          <a:chExt cx="0" cy="0"/>
        </a:xfrm>
      </p:grpSpPr>
      <p:sp>
        <p:nvSpPr>
          <p:cNvPr id="67" name="Google Shape;67;p16"/>
          <p:cNvSpPr txBox="1"/>
          <p:nvPr/>
        </p:nvSpPr>
        <p:spPr>
          <a:xfrm>
            <a:off x="1537374" y="5635850"/>
            <a:ext cx="7069200" cy="477000"/>
          </a:xfrm>
          <a:prstGeom prst="rect">
            <a:avLst/>
          </a:prstGeom>
          <a:noFill/>
          <a:ln>
            <a:noFill/>
          </a:ln>
        </p:spPr>
        <p:txBody>
          <a:bodyPr spcFirstLastPara="1" wrap="square" lIns="91425" tIns="91425" rIns="91425" bIns="91425" anchor="t" anchorCtr="0">
            <a:spAutoFit/>
          </a:bodyPr>
          <a:lstStyle/>
          <a:p/>
        </p:txBody>
      </p:sp>
      <p:sp>
        <p:nvSpPr>
          <p:cNvPr id="68" name="Google Shape;68;p16"/>
          <p:cNvSpPr txBox="1"/>
          <p:nvPr/>
        </p:nvSpPr>
        <p:spPr>
          <a:xfrm>
            <a:off x="1537363" y="5117200"/>
            <a:ext cx="50838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ARTE, DISEÑO Y ARQUITECTURA </a:t>
            </a:r>
            <a:endParaRPr sz="1900" b="1">
              <a:solidFill>
                <a:srgbClr val="434343"/>
              </a:solidFill>
              <a:latin typeface="Public Sans"/>
              <a:ea typeface="Public Sans"/>
              <a:cs typeface="Public Sans"/>
              <a:sym typeface="Public Sans"/>
            </a:endParaRPr>
          </a:p>
        </p:txBody>
      </p:sp>
      <p:sp>
        <p:nvSpPr>
          <p:cNvPr id="69" name="Google Shape;69;p16"/>
          <p:cNvSpPr txBox="1"/>
          <p:nvPr/>
        </p:nvSpPr>
        <p:spPr>
          <a:xfrm>
            <a:off x="7664530" y="5117200"/>
            <a:ext cx="16185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0%</a:t>
            </a:r>
            <a:endParaRPr sz="1900" b="1">
              <a:solidFill>
                <a:srgbClr val="434343"/>
              </a:solidFill>
              <a:latin typeface="Public Sans"/>
              <a:ea typeface="Public Sans"/>
              <a:cs typeface="Public Sans"/>
              <a:sym typeface="Public Sans"/>
            </a:endParaRPr>
          </a:p>
        </p:txBody>
      </p:sp>
      <p:sp>
        <p:nvSpPr>
          <p:cNvPr id="70" name="Google Shape;70;p16"/>
          <p:cNvSpPr txBox="1"/>
          <p:nvPr/>
        </p:nvSpPr>
        <p:spPr>
          <a:xfrm>
            <a:off x="1537374" y="6811300"/>
            <a:ext cx="7069200" cy="477000"/>
          </a:xfrm>
          <a:prstGeom prst="rect">
            <a:avLst/>
          </a:prstGeom>
          <a:noFill/>
          <a:ln>
            <a:noFill/>
          </a:ln>
        </p:spPr>
        <p:txBody>
          <a:bodyPr spcFirstLastPara="1" wrap="square" lIns="91425" tIns="91425" rIns="91425" bIns="91425" anchor="t" anchorCtr="0">
            <a:spAutoFit/>
          </a:bodyPr>
          <a:lstStyle/>
          <a:p/>
        </p:txBody>
      </p:sp>
      <p:sp>
        <p:nvSpPr>
          <p:cNvPr id="71" name="Google Shape;71;p16"/>
          <p:cNvSpPr txBox="1"/>
          <p:nvPr/>
        </p:nvSpPr>
        <p:spPr>
          <a:xfrm>
            <a:off x="1537363" y="6292650"/>
            <a:ext cx="50838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CIENCIAS ECONÓMICAS</a:t>
            </a:r>
            <a:endParaRPr sz="1900" b="1">
              <a:solidFill>
                <a:srgbClr val="434343"/>
              </a:solidFill>
              <a:latin typeface="Public Sans"/>
              <a:ea typeface="Public Sans"/>
              <a:cs typeface="Public Sans"/>
              <a:sym typeface="Public Sans"/>
            </a:endParaRPr>
          </a:p>
        </p:txBody>
      </p:sp>
      <p:sp>
        <p:nvSpPr>
          <p:cNvPr id="72" name="Google Shape;72;p16"/>
          <p:cNvSpPr txBox="1"/>
          <p:nvPr/>
        </p:nvSpPr>
        <p:spPr>
          <a:xfrm>
            <a:off x="7664530" y="6292650"/>
            <a:ext cx="16185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12.5%</a:t>
            </a:r>
            <a:endParaRPr sz="1900" b="1">
              <a:solidFill>
                <a:srgbClr val="434343"/>
              </a:solidFill>
              <a:latin typeface="Public Sans"/>
              <a:ea typeface="Public Sans"/>
              <a:cs typeface="Public Sans"/>
              <a:sym typeface="Public Sans"/>
            </a:endParaRPr>
          </a:p>
        </p:txBody>
      </p:sp>
      <p:sp>
        <p:nvSpPr>
          <p:cNvPr id="73" name="Google Shape;73;p16"/>
          <p:cNvSpPr txBox="1"/>
          <p:nvPr/>
        </p:nvSpPr>
        <p:spPr>
          <a:xfrm>
            <a:off x="1537374" y="7986750"/>
            <a:ext cx="7069200" cy="477000"/>
          </a:xfrm>
          <a:prstGeom prst="rect">
            <a:avLst/>
          </a:prstGeom>
          <a:noFill/>
          <a:ln>
            <a:noFill/>
          </a:ln>
        </p:spPr>
        <p:txBody>
          <a:bodyPr spcFirstLastPara="1" wrap="square" lIns="91425" tIns="91425" rIns="91425" bIns="91425" anchor="t" anchorCtr="0">
            <a:spAutoFit/>
          </a:bodyPr>
          <a:lstStyle/>
          <a:p/>
        </p:txBody>
      </p:sp>
      <p:sp>
        <p:nvSpPr>
          <p:cNvPr id="74" name="Google Shape;74;p16"/>
          <p:cNvSpPr txBox="1"/>
          <p:nvPr/>
        </p:nvSpPr>
        <p:spPr>
          <a:xfrm>
            <a:off x="1537363" y="7468100"/>
            <a:ext cx="50838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CIENCIAS EXACTAS Y NATURALES</a:t>
            </a:r>
            <a:endParaRPr sz="1900" b="1">
              <a:solidFill>
                <a:srgbClr val="434343"/>
              </a:solidFill>
              <a:latin typeface="Public Sans"/>
              <a:ea typeface="Public Sans"/>
              <a:cs typeface="Public Sans"/>
              <a:sym typeface="Public Sans"/>
            </a:endParaRPr>
          </a:p>
        </p:txBody>
      </p:sp>
      <p:sp>
        <p:nvSpPr>
          <p:cNvPr id="75" name="Google Shape;75;p16"/>
          <p:cNvSpPr txBox="1"/>
          <p:nvPr/>
        </p:nvSpPr>
        <p:spPr>
          <a:xfrm>
            <a:off x="7664530" y="7468100"/>
            <a:ext cx="16185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25.0%</a:t>
            </a:r>
            <a:endParaRPr sz="1900" b="1">
              <a:solidFill>
                <a:srgbClr val="434343"/>
              </a:solidFill>
              <a:latin typeface="Public Sans"/>
              <a:ea typeface="Public Sans"/>
              <a:cs typeface="Public Sans"/>
              <a:sym typeface="Public Sans"/>
            </a:endParaRPr>
          </a:p>
        </p:txBody>
      </p:sp>
      <p:sp>
        <p:nvSpPr>
          <p:cNvPr id="76" name="Google Shape;76;p16"/>
          <p:cNvSpPr txBox="1"/>
          <p:nvPr/>
        </p:nvSpPr>
        <p:spPr>
          <a:xfrm>
            <a:off x="1537374" y="9162200"/>
            <a:ext cx="7069200" cy="477000"/>
          </a:xfrm>
          <a:prstGeom prst="rect">
            <a:avLst/>
          </a:prstGeom>
          <a:noFill/>
          <a:ln>
            <a:noFill/>
          </a:ln>
        </p:spPr>
        <p:txBody>
          <a:bodyPr spcFirstLastPara="1" wrap="square" lIns="91425" tIns="91425" rIns="91425" bIns="91425" anchor="t" anchorCtr="0">
            <a:spAutoFit/>
          </a:bodyPr>
          <a:lstStyle/>
          <a:p/>
        </p:txBody>
      </p:sp>
      <p:sp>
        <p:nvSpPr>
          <p:cNvPr id="77" name="Google Shape;77;p16"/>
          <p:cNvSpPr txBox="1"/>
          <p:nvPr/>
        </p:nvSpPr>
        <p:spPr>
          <a:xfrm>
            <a:off x="1537363" y="8643550"/>
            <a:ext cx="50838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CIENCIAS SOCIALES</a:t>
            </a:r>
            <a:endParaRPr sz="1900" b="1">
              <a:solidFill>
                <a:srgbClr val="434343"/>
              </a:solidFill>
              <a:latin typeface="Public Sans"/>
              <a:ea typeface="Public Sans"/>
              <a:cs typeface="Public Sans"/>
              <a:sym typeface="Public Sans"/>
            </a:endParaRPr>
          </a:p>
        </p:txBody>
      </p:sp>
      <p:sp>
        <p:nvSpPr>
          <p:cNvPr id="78" name="Google Shape;78;p16"/>
          <p:cNvSpPr txBox="1"/>
          <p:nvPr/>
        </p:nvSpPr>
        <p:spPr>
          <a:xfrm>
            <a:off x="7664530" y="8643550"/>
            <a:ext cx="16185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12.5%</a:t>
            </a:r>
            <a:endParaRPr sz="1900" b="1">
              <a:solidFill>
                <a:srgbClr val="434343"/>
              </a:solidFill>
              <a:latin typeface="Public Sans"/>
              <a:ea typeface="Public Sans"/>
              <a:cs typeface="Public Sans"/>
              <a:sym typeface="Public Sans"/>
            </a:endParaRPr>
          </a:p>
        </p:txBody>
      </p:sp>
      <p:sp>
        <p:nvSpPr>
          <p:cNvPr id="79" name="Google Shape;79;p16"/>
          <p:cNvSpPr txBox="1"/>
          <p:nvPr/>
        </p:nvSpPr>
        <p:spPr>
          <a:xfrm>
            <a:off x="1537374" y="10337650"/>
            <a:ext cx="7069200" cy="477000"/>
          </a:xfrm>
          <a:prstGeom prst="rect">
            <a:avLst/>
          </a:prstGeom>
          <a:noFill/>
          <a:ln>
            <a:noFill/>
          </a:ln>
        </p:spPr>
        <p:txBody>
          <a:bodyPr spcFirstLastPara="1" wrap="square" lIns="91425" tIns="91425" rIns="91425" bIns="91425" anchor="t" anchorCtr="0">
            <a:spAutoFit/>
          </a:bodyPr>
          <a:lstStyle/>
          <a:p/>
        </p:txBody>
      </p:sp>
      <p:sp>
        <p:nvSpPr>
          <p:cNvPr id="80" name="Google Shape;80;p16"/>
          <p:cNvSpPr txBox="1"/>
          <p:nvPr/>
        </p:nvSpPr>
        <p:spPr>
          <a:xfrm>
            <a:off x="1537363" y="9819000"/>
            <a:ext cx="50838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EDUCACIÓN</a:t>
            </a:r>
            <a:endParaRPr sz="1900" b="1">
              <a:solidFill>
                <a:srgbClr val="434343"/>
              </a:solidFill>
              <a:latin typeface="Public Sans"/>
              <a:ea typeface="Public Sans"/>
              <a:cs typeface="Public Sans"/>
              <a:sym typeface="Public Sans"/>
            </a:endParaRPr>
          </a:p>
        </p:txBody>
      </p:sp>
      <p:sp>
        <p:nvSpPr>
          <p:cNvPr id="81" name="Google Shape;81;p16"/>
          <p:cNvSpPr txBox="1"/>
          <p:nvPr/>
        </p:nvSpPr>
        <p:spPr>
          <a:xfrm>
            <a:off x="7664530" y="9819000"/>
            <a:ext cx="16185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12.5%</a:t>
            </a:r>
            <a:endParaRPr sz="1900" b="1">
              <a:solidFill>
                <a:srgbClr val="434343"/>
              </a:solidFill>
              <a:latin typeface="Public Sans"/>
              <a:ea typeface="Public Sans"/>
              <a:cs typeface="Public Sans"/>
              <a:sym typeface="Public Sans"/>
            </a:endParaRPr>
          </a:p>
        </p:txBody>
      </p:sp>
      <p:sp>
        <p:nvSpPr>
          <p:cNvPr id="82" name="Google Shape;82;p16"/>
          <p:cNvSpPr txBox="1"/>
          <p:nvPr/>
        </p:nvSpPr>
        <p:spPr>
          <a:xfrm>
            <a:off x="1537374" y="11513100"/>
            <a:ext cx="7069200" cy="477000"/>
          </a:xfrm>
          <a:prstGeom prst="rect">
            <a:avLst/>
          </a:prstGeom>
          <a:noFill/>
          <a:ln>
            <a:noFill/>
          </a:ln>
        </p:spPr>
        <p:txBody>
          <a:bodyPr spcFirstLastPara="1" wrap="square" lIns="91425" tIns="91425" rIns="91425" bIns="91425" anchor="t" anchorCtr="0">
            <a:spAutoFit/>
          </a:bodyPr>
          <a:lstStyle/>
          <a:p/>
        </p:txBody>
      </p:sp>
      <p:sp>
        <p:nvSpPr>
          <p:cNvPr id="83" name="Google Shape;83;p16"/>
          <p:cNvSpPr txBox="1"/>
          <p:nvPr/>
        </p:nvSpPr>
        <p:spPr>
          <a:xfrm>
            <a:off x="1537363" y="10994450"/>
            <a:ext cx="50838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INGENIERÍA</a:t>
            </a:r>
            <a:endParaRPr sz="1900" b="1">
              <a:solidFill>
                <a:srgbClr val="434343"/>
              </a:solidFill>
              <a:latin typeface="Public Sans"/>
              <a:ea typeface="Public Sans"/>
              <a:cs typeface="Public Sans"/>
              <a:sym typeface="Public Sans"/>
            </a:endParaRPr>
          </a:p>
        </p:txBody>
      </p:sp>
      <p:sp>
        <p:nvSpPr>
          <p:cNvPr id="84" name="Google Shape;84;p16"/>
          <p:cNvSpPr txBox="1"/>
          <p:nvPr/>
        </p:nvSpPr>
        <p:spPr>
          <a:xfrm>
            <a:off x="7664530" y="10994450"/>
            <a:ext cx="16185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12.5%</a:t>
            </a:r>
            <a:endParaRPr sz="1900" b="1">
              <a:solidFill>
                <a:srgbClr val="434343"/>
              </a:solidFill>
              <a:latin typeface="Public Sans"/>
              <a:ea typeface="Public Sans"/>
              <a:cs typeface="Public Sans"/>
              <a:sym typeface="Public Sans"/>
            </a:endParaRPr>
          </a:p>
        </p:txBody>
      </p:sp>
      <p:sp>
        <p:nvSpPr>
          <p:cNvPr id="85" name="Google Shape;85;p16"/>
          <p:cNvSpPr txBox="1"/>
          <p:nvPr/>
        </p:nvSpPr>
        <p:spPr>
          <a:xfrm>
            <a:off x="1537374" y="12688550"/>
            <a:ext cx="7069200" cy="477000"/>
          </a:xfrm>
          <a:prstGeom prst="rect">
            <a:avLst/>
          </a:prstGeom>
          <a:noFill/>
          <a:ln>
            <a:noFill/>
          </a:ln>
        </p:spPr>
        <p:txBody>
          <a:bodyPr spcFirstLastPara="1" wrap="square" lIns="91425" tIns="91425" rIns="91425" bIns="91425" anchor="t" anchorCtr="0">
            <a:spAutoFit/>
          </a:bodyPr>
          <a:lstStyle/>
          <a:p/>
        </p:txBody>
      </p:sp>
      <p:sp>
        <p:nvSpPr>
          <p:cNvPr id="86" name="Google Shape;86;p16"/>
          <p:cNvSpPr txBox="1"/>
          <p:nvPr/>
        </p:nvSpPr>
        <p:spPr>
          <a:xfrm>
            <a:off x="1537363" y="12169900"/>
            <a:ext cx="50838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SALUD</a:t>
            </a:r>
            <a:endParaRPr sz="1900" b="1">
              <a:solidFill>
                <a:srgbClr val="434343"/>
              </a:solidFill>
              <a:latin typeface="Public Sans"/>
              <a:ea typeface="Public Sans"/>
              <a:cs typeface="Public Sans"/>
              <a:sym typeface="Public Sans"/>
            </a:endParaRPr>
          </a:p>
        </p:txBody>
      </p:sp>
      <p:sp>
        <p:nvSpPr>
          <p:cNvPr id="87" name="Google Shape;87;p16"/>
          <p:cNvSpPr txBox="1"/>
          <p:nvPr/>
        </p:nvSpPr>
        <p:spPr>
          <a:xfrm>
            <a:off x="7664530" y="12169900"/>
            <a:ext cx="16185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12.5%</a:t>
            </a:r>
            <a:endParaRPr sz="1900" b="1">
              <a:solidFill>
                <a:srgbClr val="434343"/>
              </a:solidFill>
              <a:latin typeface="Public Sans"/>
              <a:ea typeface="Public Sans"/>
              <a:cs typeface="Public Sans"/>
              <a:sym typeface="Public Sans"/>
            </a:endParaRPr>
          </a:p>
        </p:txBody>
      </p:sp>
      <p:sp>
        <p:nvSpPr>
          <p:cNvPr id="88" name="Google Shape;88;p16"/>
          <p:cNvSpPr txBox="1"/>
          <p:nvPr/>
        </p:nvSpPr>
        <p:spPr>
          <a:xfrm>
            <a:off x="1537374" y="13864000"/>
            <a:ext cx="7069200" cy="477000"/>
          </a:xfrm>
          <a:prstGeom prst="rect">
            <a:avLst/>
          </a:prstGeom>
          <a:noFill/>
          <a:ln>
            <a:noFill/>
          </a:ln>
        </p:spPr>
        <p:txBody>
          <a:bodyPr spcFirstLastPara="1" wrap="square" lIns="91425" tIns="91425" rIns="91425" bIns="91425" anchor="t" anchorCtr="0">
            <a:spAutoFit/>
          </a:bodyPr>
          <a:lstStyle/>
          <a:p/>
        </p:txBody>
      </p:sp>
      <p:sp>
        <p:nvSpPr>
          <p:cNvPr id="89" name="Google Shape;89;p16"/>
          <p:cNvSpPr txBox="1"/>
          <p:nvPr/>
        </p:nvSpPr>
        <p:spPr>
          <a:xfrm>
            <a:off x="1537363" y="13345350"/>
            <a:ext cx="50838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TECNOLOGÍA</a:t>
            </a:r>
            <a:endParaRPr sz="1900" b="1">
              <a:solidFill>
                <a:srgbClr val="434343"/>
              </a:solidFill>
              <a:latin typeface="Public Sans"/>
              <a:ea typeface="Public Sans"/>
              <a:cs typeface="Public Sans"/>
              <a:sym typeface="Public Sans"/>
            </a:endParaRPr>
          </a:p>
        </p:txBody>
      </p:sp>
      <p:sp>
        <p:nvSpPr>
          <p:cNvPr id="90" name="Google Shape;90;p16"/>
          <p:cNvSpPr txBox="1"/>
          <p:nvPr/>
        </p:nvSpPr>
        <p:spPr>
          <a:xfrm>
            <a:off x="7664530" y="13345350"/>
            <a:ext cx="16185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12.5%</a:t>
            </a:r>
            <a:endParaRPr sz="1900" b="1">
              <a:solidFill>
                <a:srgbClr val="434343"/>
              </a:solidFill>
              <a:latin typeface="Public Sans"/>
              <a:ea typeface="Public Sans"/>
              <a:cs typeface="Public Sans"/>
              <a:sym typeface="Public Sans"/>
            </a:endParaRPr>
          </a:p>
        </p:txBody>
      </p:sp>
      <p:pic>
        <p:nvPicPr>
          <p:cNvPr id="91" name="Picture 90" descr="Progreso_0%.png"/>
          <p:cNvPicPr>
            <a:picLocks noChangeAspect="1"/>
          </p:cNvPicPr>
          <p:nvPr/>
        </p:nvPicPr>
        <p:blipFill>
          <a:blip r:embed="rId4"/>
          <a:stretch>
            <a:fillRect/>
          </a:stretch>
        </p:blipFill>
        <p:spPr>
          <a:xfrm>
            <a:off x="1537374" y="5635850"/>
            <a:ext cx="7069200" cy="477000"/>
          </a:xfrm>
          <a:prstGeom prst="rect">
            <a:avLst/>
          </a:prstGeom>
        </p:spPr>
      </p:pic>
      <p:pic>
        <p:nvPicPr>
          <p:cNvPr id="92" name="Picture 91" descr="Progreso_10%.png"/>
          <p:cNvPicPr>
            <a:picLocks noChangeAspect="1"/>
          </p:cNvPicPr>
          <p:nvPr/>
        </p:nvPicPr>
        <p:blipFill>
          <a:blip r:embed="rId5"/>
          <a:stretch>
            <a:fillRect/>
          </a:stretch>
        </p:blipFill>
        <p:spPr>
          <a:xfrm>
            <a:off x="1537374" y="6811300"/>
            <a:ext cx="7069200" cy="477000"/>
          </a:xfrm>
          <a:prstGeom prst="rect">
            <a:avLst/>
          </a:prstGeom>
        </p:spPr>
      </p:pic>
      <p:pic>
        <p:nvPicPr>
          <p:cNvPr id="93" name="Picture 92" descr="Progreso_30%.png"/>
          <p:cNvPicPr>
            <a:picLocks noChangeAspect="1"/>
          </p:cNvPicPr>
          <p:nvPr/>
        </p:nvPicPr>
        <p:blipFill>
          <a:blip r:embed="rId6"/>
          <a:stretch>
            <a:fillRect/>
          </a:stretch>
        </p:blipFill>
        <p:spPr>
          <a:xfrm>
            <a:off x="1537374" y="7986750"/>
            <a:ext cx="7069200" cy="477000"/>
          </a:xfrm>
          <a:prstGeom prst="rect">
            <a:avLst/>
          </a:prstGeom>
        </p:spPr>
      </p:pic>
      <p:pic>
        <p:nvPicPr>
          <p:cNvPr id="94" name="Picture 93" descr="Progreso_10%.png"/>
          <p:cNvPicPr>
            <a:picLocks noChangeAspect="1"/>
          </p:cNvPicPr>
          <p:nvPr/>
        </p:nvPicPr>
        <p:blipFill>
          <a:blip r:embed="rId5"/>
          <a:stretch>
            <a:fillRect/>
          </a:stretch>
        </p:blipFill>
        <p:spPr>
          <a:xfrm>
            <a:off x="1537374" y="9162200"/>
            <a:ext cx="7069200" cy="477000"/>
          </a:xfrm>
          <a:prstGeom prst="rect">
            <a:avLst/>
          </a:prstGeom>
        </p:spPr>
      </p:pic>
      <p:pic>
        <p:nvPicPr>
          <p:cNvPr id="95" name="Picture 94" descr="Progreso_10%.png"/>
          <p:cNvPicPr>
            <a:picLocks noChangeAspect="1"/>
          </p:cNvPicPr>
          <p:nvPr/>
        </p:nvPicPr>
        <p:blipFill>
          <a:blip r:embed="rId5"/>
          <a:stretch>
            <a:fillRect/>
          </a:stretch>
        </p:blipFill>
        <p:spPr>
          <a:xfrm>
            <a:off x="1537374" y="10337650"/>
            <a:ext cx="7069200" cy="477000"/>
          </a:xfrm>
          <a:prstGeom prst="rect">
            <a:avLst/>
          </a:prstGeom>
        </p:spPr>
      </p:pic>
      <p:pic>
        <p:nvPicPr>
          <p:cNvPr id="96" name="Picture 95" descr="Progreso_10%.png"/>
          <p:cNvPicPr>
            <a:picLocks noChangeAspect="1"/>
          </p:cNvPicPr>
          <p:nvPr/>
        </p:nvPicPr>
        <p:blipFill>
          <a:blip r:embed="rId5"/>
          <a:stretch>
            <a:fillRect/>
          </a:stretch>
        </p:blipFill>
        <p:spPr>
          <a:xfrm>
            <a:off x="1537374" y="11513100"/>
            <a:ext cx="7069200" cy="477000"/>
          </a:xfrm>
          <a:prstGeom prst="rect">
            <a:avLst/>
          </a:prstGeom>
        </p:spPr>
      </p:pic>
      <p:pic>
        <p:nvPicPr>
          <p:cNvPr id="97" name="Picture 96" descr="Progreso_10%.png"/>
          <p:cNvPicPr>
            <a:picLocks noChangeAspect="1"/>
          </p:cNvPicPr>
          <p:nvPr/>
        </p:nvPicPr>
        <p:blipFill>
          <a:blip r:embed="rId5"/>
          <a:stretch>
            <a:fillRect/>
          </a:stretch>
        </p:blipFill>
        <p:spPr>
          <a:xfrm>
            <a:off x="1537374" y="12688550"/>
            <a:ext cx="7069200" cy="477000"/>
          </a:xfrm>
          <a:prstGeom prst="rect">
            <a:avLst/>
          </a:prstGeom>
        </p:spPr>
      </p:pic>
      <p:pic>
        <p:nvPicPr>
          <p:cNvPr id="98" name="Picture 97" descr="Progreso_10%.png"/>
          <p:cNvPicPr>
            <a:picLocks noChangeAspect="1"/>
          </p:cNvPicPr>
          <p:nvPr/>
        </p:nvPicPr>
        <p:blipFill>
          <a:blip r:embed="rId5"/>
          <a:stretch>
            <a:fillRect/>
          </a:stretch>
        </p:blipFill>
        <p:spPr>
          <a:xfrm>
            <a:off x="1537374" y="13864000"/>
            <a:ext cx="7069200" cy="47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4"/>
        <p:cNvGrpSpPr/>
        <p:nvPr/>
      </p:nvGrpSpPr>
      <p:grpSpPr>
        <a:xfrm>
          <a:off x="0" y="0"/>
          <a:ext cx="0" cy="0"/>
          <a:chOff x="0" y="0"/>
          <a:chExt cx="0" cy="0"/>
        </a:xfrm>
      </p:grpSpPr>
      <p:sp>
        <p:nvSpPr>
          <p:cNvPr id="95" name="Google Shape;95;p17"/>
          <p:cNvSpPr txBox="1"/>
          <p:nvPr/>
        </p:nvSpPr>
        <p:spPr>
          <a:xfrm>
            <a:off x="1215250" y="3574600"/>
            <a:ext cx="7784100" cy="673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dk1"/>
                </a:solidFill>
                <a:latin typeface="Public Sans"/>
                <a:ea typeface="Public Sans"/>
                <a:cs typeface="Public Sans"/>
                <a:sym typeface="Public Sans"/>
              </a:rPr>
              <a:t>Licenciatura en Economía y Finanzas</a:t>
            </a:r>
            <a:endParaRPr sz="3000" b="1">
              <a:solidFill>
                <a:schemeClr val="dk1"/>
              </a:solidFill>
              <a:latin typeface="Public Sans"/>
              <a:ea typeface="Public Sans"/>
              <a:cs typeface="Public Sans"/>
              <a:sym typeface="Public Sans"/>
            </a:endParaRPr>
          </a:p>
        </p:txBody>
      </p:sp>
      <p:sp>
        <p:nvSpPr>
          <p:cNvPr id="96" name="Google Shape;96;p17"/>
          <p:cNvSpPr txBox="1"/>
          <p:nvPr/>
        </p:nvSpPr>
        <p:spPr>
          <a:xfrm>
            <a:off x="1215250" y="5955850"/>
            <a:ext cx="7784100" cy="673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dk1"/>
                </a:solidFill>
                <a:latin typeface="Public Sans"/>
                <a:ea typeface="Public Sans"/>
                <a:cs typeface="Public Sans"/>
                <a:sym typeface="Public Sans"/>
              </a:rPr>
              <a:t>Relaciones Internacionales</a:t>
            </a:r>
            <a:endParaRPr sz="3000" b="1">
              <a:solidFill>
                <a:schemeClr val="dk1"/>
              </a:solidFill>
              <a:latin typeface="Public Sans"/>
              <a:ea typeface="Public Sans"/>
              <a:cs typeface="Public Sans"/>
              <a:sym typeface="Public Sans"/>
            </a:endParaRPr>
          </a:p>
        </p:txBody>
      </p:sp>
      <p:sp>
        <p:nvSpPr>
          <p:cNvPr id="97" name="Google Shape;97;p17"/>
          <p:cNvSpPr txBox="1"/>
          <p:nvPr/>
        </p:nvSpPr>
        <p:spPr>
          <a:xfrm>
            <a:off x="1089350" y="10899000"/>
            <a:ext cx="7910100" cy="673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dk1"/>
                </a:solidFill>
                <a:latin typeface="Public Sans"/>
                <a:ea typeface="Public Sans"/>
                <a:cs typeface="Public Sans"/>
                <a:sym typeface="Public Sans"/>
              </a:rPr>
              <a:t>Licenciatura en Químico Farmacéutico Biólogo</a:t>
            </a:r>
            <a:endParaRPr sz="3000" b="1">
              <a:solidFill>
                <a:schemeClr val="dk1"/>
              </a:solidFill>
              <a:latin typeface="Public Sans"/>
              <a:ea typeface="Public Sans"/>
              <a:cs typeface="Public Sans"/>
              <a:sym typeface="Public Sans"/>
            </a:endParaRPr>
          </a:p>
        </p:txBody>
      </p:sp>
      <p:sp>
        <p:nvSpPr>
          <p:cNvPr id="98" name="Google Shape;98;p17"/>
          <p:cNvSpPr txBox="1"/>
          <p:nvPr/>
        </p:nvSpPr>
        <p:spPr>
          <a:xfrm>
            <a:off x="1089350" y="13263825"/>
            <a:ext cx="7910100" cy="673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dk1"/>
                </a:solidFill>
                <a:latin typeface="Public Sans"/>
                <a:ea typeface="Public Sans"/>
                <a:cs typeface="Public Sans"/>
                <a:sym typeface="Public Sans"/>
              </a:rPr>
              <a:t>Licenciatura en Pedagogía</a:t>
            </a:r>
            <a:endParaRPr sz="3000" b="1">
              <a:solidFill>
                <a:schemeClr val="dk1"/>
              </a:solidFill>
              <a:latin typeface="Public Sans"/>
              <a:ea typeface="Public Sans"/>
              <a:cs typeface="Public Sans"/>
              <a:sym typeface="Public Sans"/>
            </a:endParaRPr>
          </a:p>
        </p:txBody>
      </p:sp>
      <p:sp>
        <p:nvSpPr>
          <p:cNvPr id="99" name="Google Shape;99;p17"/>
          <p:cNvSpPr txBox="1"/>
          <p:nvPr/>
        </p:nvSpPr>
        <p:spPr>
          <a:xfrm>
            <a:off x="4346900" y="4872825"/>
            <a:ext cx="4652700" cy="461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1800" i="1">
                <a:solidFill>
                  <a:schemeClr val="dk1"/>
                </a:solidFill>
                <a:latin typeface="Public Sans"/>
                <a:ea typeface="Public Sans"/>
                <a:cs typeface="Public Sans"/>
                <a:sym typeface="Public Sans"/>
              </a:rPr>
              <a:t>CIENCIAS ECONÓMICAS</a:t>
            </a:r>
            <a:endParaRPr sz="1800" i="1">
              <a:solidFill>
                <a:schemeClr val="dk1"/>
              </a:solidFill>
              <a:latin typeface="Public Sans"/>
              <a:ea typeface="Public Sans"/>
              <a:cs typeface="Public Sans"/>
              <a:sym typeface="Public Sans"/>
            </a:endParaRPr>
          </a:p>
        </p:txBody>
      </p:sp>
      <p:sp>
        <p:nvSpPr>
          <p:cNvPr id="100" name="Google Shape;100;p17"/>
          <p:cNvSpPr txBox="1"/>
          <p:nvPr/>
        </p:nvSpPr>
        <p:spPr>
          <a:xfrm>
            <a:off x="4346900" y="7235825"/>
            <a:ext cx="4652700" cy="461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1800" i="1">
                <a:solidFill>
                  <a:schemeClr val="dk1"/>
                </a:solidFill>
                <a:latin typeface="Public Sans"/>
                <a:ea typeface="Public Sans"/>
                <a:cs typeface="Public Sans"/>
                <a:sym typeface="Public Sans"/>
              </a:rPr>
              <a:t>CIENCIAS SOCIALES</a:t>
            </a:r>
            <a:endParaRPr sz="1800" i="1">
              <a:solidFill>
                <a:schemeClr val="dk1"/>
              </a:solidFill>
              <a:latin typeface="Public Sans"/>
              <a:ea typeface="Public Sans"/>
              <a:cs typeface="Public Sans"/>
              <a:sym typeface="Public Sans"/>
            </a:endParaRPr>
          </a:p>
        </p:txBody>
      </p:sp>
      <p:sp>
        <p:nvSpPr>
          <p:cNvPr id="101" name="Google Shape;101;p17"/>
          <p:cNvSpPr txBox="1"/>
          <p:nvPr/>
        </p:nvSpPr>
        <p:spPr>
          <a:xfrm>
            <a:off x="4346900" y="12188075"/>
            <a:ext cx="4652700" cy="461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1800" i="1">
                <a:solidFill>
                  <a:schemeClr val="dk1"/>
                </a:solidFill>
                <a:latin typeface="Public Sans"/>
                <a:ea typeface="Public Sans"/>
                <a:cs typeface="Public Sans"/>
                <a:sym typeface="Public Sans"/>
              </a:rPr>
              <a:t>CIENCIAS EXACTAS Y NATURALES</a:t>
            </a:r>
            <a:endParaRPr sz="1800" i="1">
              <a:solidFill>
                <a:schemeClr val="dk1"/>
              </a:solidFill>
              <a:latin typeface="Public Sans"/>
              <a:ea typeface="Public Sans"/>
              <a:cs typeface="Public Sans"/>
              <a:sym typeface="Public Sans"/>
            </a:endParaRPr>
          </a:p>
        </p:txBody>
      </p:sp>
      <p:sp>
        <p:nvSpPr>
          <p:cNvPr id="102" name="Google Shape;102;p17"/>
          <p:cNvSpPr txBox="1"/>
          <p:nvPr/>
        </p:nvSpPr>
        <p:spPr>
          <a:xfrm>
            <a:off x="4346900" y="14551075"/>
            <a:ext cx="4652700" cy="461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1800" i="1">
                <a:solidFill>
                  <a:schemeClr val="dk1"/>
                </a:solidFill>
                <a:latin typeface="Public Sans"/>
                <a:ea typeface="Public Sans"/>
                <a:cs typeface="Public Sans"/>
                <a:sym typeface="Public Sans"/>
              </a:rPr>
              <a:t>HUMANIDADES Y EDUCACIÓN</a:t>
            </a:r>
            <a:endParaRPr sz="1800" i="1">
              <a:solidFill>
                <a:schemeClr val="dk1"/>
              </a:solidFill>
              <a:latin typeface="Public Sans"/>
              <a:ea typeface="Public Sans"/>
              <a:cs typeface="Public Sans"/>
              <a:sym typeface="Public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6"/>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
        <p:cNvGrpSpPr/>
        <p:nvPr/>
      </p:nvGrpSpPr>
      <p:grpSpPr>
        <a:xfrm>
          <a:off x="0" y="0"/>
          <a:ext cx="0" cy="0"/>
          <a:chOff x="0" y="0"/>
          <a:chExt cx="0" cy="0"/>
        </a:xfrm>
      </p:grpSpPr>
      <p:sp>
        <p:nvSpPr>
          <p:cNvPr id="111" name="Google Shape;111;p19"/>
          <p:cNvSpPr txBox="1"/>
          <p:nvPr/>
        </p:nvSpPr>
        <p:spPr>
          <a:xfrm>
            <a:off x="1251450" y="1188625"/>
            <a:ext cx="7784100" cy="6771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3200" b="1">
                <a:solidFill>
                  <a:schemeClr val="dk1"/>
                </a:solidFill>
                <a:latin typeface="Public Sans"/>
                <a:ea typeface="Public Sans"/>
                <a:cs typeface="Public Sans"/>
                <a:sym typeface="Public Sans"/>
              </a:rPr>
              <a:t>Licenciatura en Químico Farmacéutico Biólogo</a:t>
            </a:r>
            <a:endParaRPr sz="3200" b="1">
              <a:solidFill>
                <a:schemeClr val="dk1"/>
              </a:solidFill>
              <a:latin typeface="Public Sans"/>
              <a:ea typeface="Public Sans"/>
              <a:cs typeface="Public Sans"/>
              <a:sym typeface="Public Sans"/>
            </a:endParaRPr>
          </a:p>
        </p:txBody>
      </p:sp>
      <p:sp>
        <p:nvSpPr>
          <p:cNvPr id="112" name="Google Shape;112;p19"/>
          <p:cNvSpPr txBox="1"/>
          <p:nvPr/>
        </p:nvSpPr>
        <p:spPr>
          <a:xfrm>
            <a:off x="4412925" y="2867950"/>
            <a:ext cx="4622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i="1">
                <a:solidFill>
                  <a:schemeClr val="dk1"/>
                </a:solidFill>
                <a:latin typeface="Public Sans"/>
                <a:ea typeface="Public Sans"/>
                <a:cs typeface="Public Sans"/>
                <a:sym typeface="Public Sans"/>
              </a:rPr>
              <a:t>CIENCIAS EXACTAS Y NATURALES</a:t>
            </a:r>
            <a:endParaRPr sz="2000" i="1">
              <a:solidFill>
                <a:schemeClr val="dk1"/>
              </a:solidFill>
              <a:latin typeface="Public Sans"/>
              <a:ea typeface="Public Sans"/>
              <a:cs typeface="Public Sans"/>
              <a:sym typeface="Public Sans"/>
            </a:endParaRPr>
          </a:p>
        </p:txBody>
      </p:sp>
      <p:sp>
        <p:nvSpPr>
          <p:cNvPr id="113" name="Google Shape;113;p19"/>
          <p:cNvSpPr txBox="1"/>
          <p:nvPr/>
        </p:nvSpPr>
        <p:spPr>
          <a:xfrm>
            <a:off x="900250" y="4788150"/>
            <a:ext cx="8330400" cy="540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a:solidFill>
                  <a:schemeClr val="dk1"/>
                </a:solidFill>
                <a:latin typeface="Public Sans"/>
                <a:ea typeface="Public Sans"/>
                <a:cs typeface="Public Sans"/>
                <a:sym typeface="Public Sans"/>
              </a:rPr>
              <a:t>La Bioquímica/Farmacéutica estudia los procesos químicos que ocurren en los seres vivos, como el metabolismo, la genética y la expresión molecular. Combina biología, química y tecnología para comprender cómo funcionan las células y los organismos.
La carrera busca aplicar ese conocimiento en áreas de salud, biotecnología, farmacología y medio ambiente, impulsando soluciones científicas a problemas actuales, desde el diseño de terapias hasta el desarrollo de energías sostenibles.</a:t>
            </a:r>
            <a:endParaRPr sz="2400">
              <a:solidFill>
                <a:schemeClr val="dk1"/>
              </a:solidFill>
              <a:latin typeface="Public Sans"/>
              <a:ea typeface="Public Sans"/>
              <a:cs typeface="Public Sans"/>
              <a:sym typeface="Public Sans"/>
            </a:endParaRPr>
          </a:p>
        </p:txBody>
      </p:sp>
      <p:sp>
        <p:nvSpPr>
          <p:cNvPr id="114" name="Google Shape;114;p19"/>
          <p:cNvSpPr txBox="1"/>
          <p:nvPr/>
        </p:nvSpPr>
        <p:spPr>
          <a:xfrm>
            <a:off x="1253625" y="12763000"/>
            <a:ext cx="7784100" cy="409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500">
                <a:solidFill>
                  <a:schemeClr val="dk1"/>
                </a:solidFill>
                <a:latin typeface="Public Sans"/>
                <a:ea typeface="Public Sans"/>
                <a:cs typeface="Public Sans"/>
                <a:sym typeface="Public Sans"/>
              </a:rPr>
              <a:t>Podrías trabajar en laboratorios clínicos, farmacéuticos o de biotecnología, investigar nuevas terapias y medicamentos, desarrollar técnicas de diagnóstico, participar en control de calidad de alimentos y fármacos, o colaborar en proyectos ambientales. También podrías desempeñarte en investigación académica, docencia universitaria y programas de innovación científica.</a:t>
            </a:r>
            <a:endParaRPr sz="2500">
              <a:solidFill>
                <a:schemeClr val="dk1"/>
              </a:solidFill>
              <a:latin typeface="Public Sans"/>
              <a:ea typeface="Public Sans"/>
              <a:cs typeface="Public Sans"/>
              <a:sym typeface="Public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8"/>
        <p:cNvGrpSpPr/>
        <p:nvPr/>
      </p:nvGrpSpPr>
      <p:grpSpPr>
        <a:xfrm>
          <a:off x="0" y="0"/>
          <a:ext cx="0" cy="0"/>
          <a:chOff x="0" y="0"/>
          <a:chExt cx="0" cy="0"/>
        </a:xfrm>
      </p:grpSpPr>
      <p:sp>
        <p:nvSpPr>
          <p:cNvPr id="119" name="Google Shape;119;p20"/>
          <p:cNvSpPr txBox="1"/>
          <p:nvPr/>
        </p:nvSpPr>
        <p:spPr>
          <a:xfrm>
            <a:off x="966125" y="1188625"/>
            <a:ext cx="8330400" cy="677100"/>
          </a:xfrm>
          <a:prstGeom prst="rect">
            <a:avLst/>
          </a:prstGeom>
          <a:noFill/>
          <a:ln>
            <a:noFill/>
          </a:ln>
        </p:spPr>
        <p:txBody>
          <a:bodyPr spcFirstLastPara="1" wrap="square" lIns="91425" tIns="91425" rIns="91425" bIns="91425" anchor="ctr" anchorCtr="0">
            <a:normAutofit/>
          </a:bodyPr>
          <a:lstStyle/>
          <a:p>
            <a:pPr marL="0" marR="0" lvl="0" indent="0" algn="ctr" rtl="0">
              <a:lnSpc>
                <a:spcPct val="100000"/>
              </a:lnSpc>
              <a:spcBef>
                <a:spcPts val="0"/>
              </a:spcBef>
              <a:spcAft>
                <a:spcPts val="0"/>
              </a:spcAft>
              <a:buNone/>
            </a:pPr>
            <a:r>
              <a:rPr lang="en" sz="3200" b="1">
                <a:solidFill>
                  <a:schemeClr val="dk1"/>
                </a:solidFill>
                <a:latin typeface="Public Sans"/>
                <a:ea typeface="Public Sans"/>
                <a:cs typeface="Public Sans"/>
                <a:sym typeface="Public Sans"/>
              </a:rPr>
              <a:t>Licenciatura en Pedagogía</a:t>
            </a:r>
            <a:endParaRPr sz="3200" b="1">
              <a:solidFill>
                <a:schemeClr val="dk1"/>
              </a:solidFill>
              <a:latin typeface="Public Sans"/>
              <a:ea typeface="Public Sans"/>
              <a:cs typeface="Public Sans"/>
              <a:sym typeface="Public Sans"/>
            </a:endParaRPr>
          </a:p>
        </p:txBody>
      </p:sp>
      <p:sp>
        <p:nvSpPr>
          <p:cNvPr id="120" name="Google Shape;120;p20"/>
          <p:cNvSpPr txBox="1"/>
          <p:nvPr/>
        </p:nvSpPr>
        <p:spPr>
          <a:xfrm>
            <a:off x="4412925" y="2867950"/>
            <a:ext cx="4622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i="1">
                <a:solidFill>
                  <a:schemeClr val="dk1"/>
                </a:solidFill>
                <a:latin typeface="Public Sans"/>
                <a:ea typeface="Public Sans"/>
                <a:cs typeface="Public Sans"/>
                <a:sym typeface="Public Sans"/>
              </a:rPr>
              <a:t>HUMANIDADES Y EDUCACIÓN</a:t>
            </a:r>
            <a:endParaRPr sz="2000" i="1">
              <a:solidFill>
                <a:schemeClr val="dk1"/>
              </a:solidFill>
              <a:latin typeface="Public Sans"/>
              <a:ea typeface="Public Sans"/>
              <a:cs typeface="Public Sans"/>
              <a:sym typeface="Public Sans"/>
            </a:endParaRPr>
          </a:p>
        </p:txBody>
      </p:sp>
      <p:sp>
        <p:nvSpPr>
          <p:cNvPr id="121" name="Google Shape;121;p20"/>
          <p:cNvSpPr txBox="1"/>
          <p:nvPr/>
        </p:nvSpPr>
        <p:spPr>
          <a:xfrm>
            <a:off x="900250" y="4788150"/>
            <a:ext cx="8330400" cy="540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a:solidFill>
                  <a:schemeClr val="dk1"/>
                </a:solidFill>
                <a:latin typeface="Public Sans"/>
                <a:ea typeface="Public Sans"/>
                <a:cs typeface="Public Sans"/>
                <a:sym typeface="Public Sans"/>
              </a:rPr>
              <a:t>La Licenciatura en Pedagogía forma profesionales para acompañar el desarrollo integral de niños y niñas en sus primeros años de aprendizaje. Integra pedagogía, psicología, didáctica y creatividad para enseñar de manera significativa. 
La carrera busca preparar educadores capaces de generar entornos inclusivos, motivadores y críticos, esenciales para la formación de ciudadanos comprometidos, autónomos y sensibles a su contexto social y cultural.</a:t>
            </a:r>
            <a:endParaRPr sz="2400">
              <a:solidFill>
                <a:schemeClr val="dk1"/>
              </a:solidFill>
              <a:latin typeface="Public Sans"/>
              <a:ea typeface="Public Sans"/>
              <a:cs typeface="Public Sans"/>
              <a:sym typeface="Public Sans"/>
            </a:endParaRPr>
          </a:p>
        </p:txBody>
      </p:sp>
      <p:sp>
        <p:nvSpPr>
          <p:cNvPr id="122" name="Google Shape;122;p20"/>
          <p:cNvSpPr txBox="1"/>
          <p:nvPr/>
        </p:nvSpPr>
        <p:spPr>
          <a:xfrm>
            <a:off x="1253625" y="12763000"/>
            <a:ext cx="7784100" cy="409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500">
                <a:solidFill>
                  <a:schemeClr val="dk1"/>
                </a:solidFill>
                <a:latin typeface="Public Sans"/>
                <a:ea typeface="Public Sans"/>
                <a:cs typeface="Public Sans"/>
                <a:sym typeface="Public Sans"/>
              </a:rPr>
              <a:t>Podrías desempeñarte como docente en instituciones educativas de nivel inicial y primario, diseñar proyectos pedagógicos, crear materiales didácticos y participar en programas de inclusión y apoyo escolar. También podrías colaborar en gestión educativa, en formación de otros docentes, en proyectos sociales o continuar tu trayectoria académica en investigación educativa aplicada.</a:t>
            </a:r>
            <a:endParaRPr sz="2500">
              <a:solidFill>
                <a:schemeClr val="dk1"/>
              </a:solidFill>
              <a:latin typeface="Public Sans"/>
              <a:ea typeface="Public Sans"/>
              <a:cs typeface="Public Sans"/>
              <a:sym typeface="Public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6"/>
        <p:cNvGrpSpPr/>
        <p:nvPr/>
      </p:nvGrpSpPr>
      <p:grpSpPr>
        <a:xfrm>
          <a:off x="0" y="0"/>
          <a:ext cx="0" cy="0"/>
          <a:chOff x="0" y="0"/>
          <a:chExt cx="0" cy="0"/>
        </a:xfrm>
      </p:grpSpPr>
      <p:sp>
        <p:nvSpPr>
          <p:cNvPr id="127" name="Google Shape;127;p21"/>
          <p:cNvSpPr txBox="1"/>
          <p:nvPr/>
        </p:nvSpPr>
        <p:spPr>
          <a:xfrm>
            <a:off x="1251450" y="1188625"/>
            <a:ext cx="7784100" cy="6771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3200" b="1">
                <a:solidFill>
                  <a:schemeClr val="dk1"/>
                </a:solidFill>
                <a:latin typeface="Public Sans"/>
                <a:ea typeface="Public Sans"/>
                <a:cs typeface="Public Sans"/>
                <a:sym typeface="Public Sans"/>
              </a:rPr>
              <a:t>Licenciatura en Economía y Finanzas</a:t>
            </a:r>
            <a:endParaRPr sz="3200" b="1">
              <a:solidFill>
                <a:schemeClr val="dk1"/>
              </a:solidFill>
              <a:latin typeface="Public Sans"/>
              <a:ea typeface="Public Sans"/>
              <a:cs typeface="Public Sans"/>
              <a:sym typeface="Public Sans"/>
            </a:endParaRPr>
          </a:p>
        </p:txBody>
      </p:sp>
      <p:sp>
        <p:nvSpPr>
          <p:cNvPr id="128" name="Google Shape;128;p21"/>
          <p:cNvSpPr txBox="1"/>
          <p:nvPr/>
        </p:nvSpPr>
        <p:spPr>
          <a:xfrm>
            <a:off x="4412925" y="2867950"/>
            <a:ext cx="4622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i="1">
                <a:solidFill>
                  <a:schemeClr val="dk1"/>
                </a:solidFill>
                <a:latin typeface="Public Sans"/>
                <a:ea typeface="Public Sans"/>
                <a:cs typeface="Public Sans"/>
                <a:sym typeface="Public Sans"/>
              </a:rPr>
              <a:t>CIENCIAS ECONÓMICAS</a:t>
            </a:r>
            <a:endParaRPr sz="2000" i="1">
              <a:solidFill>
                <a:schemeClr val="dk1"/>
              </a:solidFill>
              <a:latin typeface="Public Sans"/>
              <a:ea typeface="Public Sans"/>
              <a:cs typeface="Public Sans"/>
              <a:sym typeface="Public Sans"/>
            </a:endParaRPr>
          </a:p>
        </p:txBody>
      </p:sp>
      <p:sp>
        <p:nvSpPr>
          <p:cNvPr id="129" name="Google Shape;129;p21"/>
          <p:cNvSpPr txBox="1"/>
          <p:nvPr/>
        </p:nvSpPr>
        <p:spPr>
          <a:xfrm>
            <a:off x="900250" y="4788150"/>
            <a:ext cx="8330400" cy="540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a:solidFill>
                  <a:schemeClr val="dk1"/>
                </a:solidFill>
                <a:latin typeface="Public Sans"/>
                <a:ea typeface="Public Sans"/>
                <a:cs typeface="Public Sans"/>
                <a:sym typeface="Public Sans"/>
              </a:rPr>
              <a:t>La Economía estudia cómo las sociedades producen, distribuyen y consumen bienes y servicios, analizando la toma de decisiones de personas, empresas y gobiernos. 
La carrera integra matemáticas, estadística, historia y teoría económica para comprender los fenómenos que afectan al desarrollo. Busca formar profesionales capaces de interpretar datos, evaluar políticas públicas y proponer soluciones a problemas económicos locales y globales.</a:t>
            </a:r>
            <a:endParaRPr sz="2400">
              <a:solidFill>
                <a:schemeClr val="dk1"/>
              </a:solidFill>
              <a:latin typeface="Public Sans"/>
              <a:ea typeface="Public Sans"/>
              <a:cs typeface="Public Sans"/>
              <a:sym typeface="Public Sans"/>
            </a:endParaRPr>
          </a:p>
        </p:txBody>
      </p:sp>
      <p:sp>
        <p:nvSpPr>
          <p:cNvPr id="130" name="Google Shape;130;p21"/>
          <p:cNvSpPr txBox="1"/>
          <p:nvPr/>
        </p:nvSpPr>
        <p:spPr>
          <a:xfrm>
            <a:off x="1253625" y="12763000"/>
            <a:ext cx="7784100" cy="409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500">
                <a:solidFill>
                  <a:schemeClr val="dk1"/>
                </a:solidFill>
                <a:latin typeface="Public Sans"/>
                <a:ea typeface="Public Sans"/>
                <a:cs typeface="Public Sans"/>
                <a:sym typeface="Public Sans"/>
              </a:rPr>
              <a:t>Podrías trabajar en organismos públicos, empresas privadas, bancos, organismos internacionales o consultorías, analizando mercados, evaluando políticas económicas o diseñando estrategias financieras. También podrías desempeñarte en investigación, docencia o asesoramiento, aportando análisis económico para la toma de decisiones en distintos sectores.</a:t>
            </a:r>
            <a:endParaRPr sz="2500">
              <a:solidFill>
                <a:schemeClr val="dk1"/>
              </a:solidFill>
              <a:latin typeface="Public Sans"/>
              <a:ea typeface="Public Sans"/>
              <a:cs typeface="Public Sans"/>
              <a:sym typeface="Public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4"/>
        <p:cNvGrpSpPr/>
        <p:nvPr/>
      </p:nvGrpSpPr>
      <p:grpSpPr>
        <a:xfrm>
          <a:off x="0" y="0"/>
          <a:ext cx="0" cy="0"/>
          <a:chOff x="0" y="0"/>
          <a:chExt cx="0" cy="0"/>
        </a:xfrm>
      </p:grpSpPr>
      <p:sp>
        <p:nvSpPr>
          <p:cNvPr id="135" name="Google Shape;135;p22"/>
          <p:cNvSpPr txBox="1"/>
          <p:nvPr/>
        </p:nvSpPr>
        <p:spPr>
          <a:xfrm>
            <a:off x="1251450" y="1188625"/>
            <a:ext cx="7784100" cy="6732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3200" b="1">
                <a:solidFill>
                  <a:schemeClr val="dk1"/>
                </a:solidFill>
                <a:latin typeface="Public Sans"/>
                <a:ea typeface="Public Sans"/>
                <a:cs typeface="Public Sans"/>
                <a:sym typeface="Public Sans"/>
              </a:rPr>
              <a:t>Relaciones Internacionales</a:t>
            </a:r>
            <a:endParaRPr sz="3200" b="1">
              <a:solidFill>
                <a:schemeClr val="dk1"/>
              </a:solidFill>
              <a:latin typeface="Public Sans"/>
              <a:ea typeface="Public Sans"/>
              <a:cs typeface="Public Sans"/>
              <a:sym typeface="Public Sans"/>
            </a:endParaRPr>
          </a:p>
        </p:txBody>
      </p:sp>
      <p:sp>
        <p:nvSpPr>
          <p:cNvPr id="136" name="Google Shape;136;p22"/>
          <p:cNvSpPr txBox="1"/>
          <p:nvPr/>
        </p:nvSpPr>
        <p:spPr>
          <a:xfrm>
            <a:off x="4412925" y="2867950"/>
            <a:ext cx="4622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i="1">
                <a:solidFill>
                  <a:schemeClr val="dk1"/>
                </a:solidFill>
                <a:latin typeface="Public Sans"/>
                <a:ea typeface="Public Sans"/>
                <a:cs typeface="Public Sans"/>
                <a:sym typeface="Public Sans"/>
              </a:rPr>
              <a:t>CIENCIAS SOCIALES</a:t>
            </a:r>
            <a:endParaRPr sz="2000" i="1">
              <a:solidFill>
                <a:schemeClr val="dk1"/>
              </a:solidFill>
              <a:latin typeface="Public Sans"/>
              <a:ea typeface="Public Sans"/>
              <a:cs typeface="Public Sans"/>
              <a:sym typeface="Public Sans"/>
            </a:endParaRPr>
          </a:p>
        </p:txBody>
      </p:sp>
      <p:sp>
        <p:nvSpPr>
          <p:cNvPr id="137" name="Google Shape;137;p22"/>
          <p:cNvSpPr txBox="1"/>
          <p:nvPr/>
        </p:nvSpPr>
        <p:spPr>
          <a:xfrm>
            <a:off x="900250" y="4788150"/>
            <a:ext cx="8330400" cy="540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a:solidFill>
                  <a:schemeClr val="dk1"/>
                </a:solidFill>
                <a:latin typeface="Public Sans"/>
                <a:ea typeface="Public Sans"/>
                <a:cs typeface="Public Sans"/>
                <a:sym typeface="Public Sans"/>
              </a:rPr>
              <a:t>La carrera de Relaciones Internacionales estudia las interacciones políticas, económicas, sociales y culturales entre países y organismos internacionales. Combina historia, derecho, economía y ciencias políticas para comprender el contexto global.
Forma profesionales capaces de analizar y participar en la toma de decisiones que impactan en la cooperación, la diplomacia y el desarrollo internacional. </a:t>
            </a:r>
            <a:endParaRPr sz="2400">
              <a:solidFill>
                <a:schemeClr val="dk1"/>
              </a:solidFill>
              <a:latin typeface="Public Sans"/>
              <a:ea typeface="Public Sans"/>
              <a:cs typeface="Public Sans"/>
              <a:sym typeface="Public Sans"/>
            </a:endParaRPr>
          </a:p>
        </p:txBody>
      </p:sp>
      <p:sp>
        <p:nvSpPr>
          <p:cNvPr id="138" name="Google Shape;138;p22"/>
          <p:cNvSpPr txBox="1"/>
          <p:nvPr/>
        </p:nvSpPr>
        <p:spPr>
          <a:xfrm>
            <a:off x="1253625" y="12763000"/>
            <a:ext cx="7784100" cy="409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500">
                <a:solidFill>
                  <a:schemeClr val="dk1"/>
                </a:solidFill>
                <a:latin typeface="Public Sans"/>
                <a:ea typeface="Public Sans"/>
                <a:cs typeface="Public Sans"/>
                <a:sym typeface="Public Sans"/>
              </a:rPr>
              <a:t>Podrías trabajar en organismos internacionales, embajadas, consultorías, ONGs o empresas con operaciones globales. También podrías desempeñarte en comercio exterior, cooperación internacional, análisis geopolítico, investigación o en la gestión de proyectos multilaterales.</a:t>
            </a:r>
            <a:endParaRPr sz="2500">
              <a:solidFill>
                <a:schemeClr val="dk1"/>
              </a:solidFill>
              <a:latin typeface="Public Sans"/>
              <a:ea typeface="Public Sans"/>
              <a:cs typeface="Public Sans"/>
              <a:sym typeface="Public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2"/>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6"/>
        <p:cNvGrpSpPr/>
        <p:nvPr/>
      </p:nvGrpSpPr>
      <p:grpSpPr>
        <a:xfrm>
          <a:off x="0" y="0"/>
          <a:ext cx="0" cy="0"/>
          <a:chOff x="0" y="0"/>
          <a:chExt cx="0" cy="0"/>
        </a:xfrm>
      </p:grpSpPr>
      <p:sp>
        <p:nvSpPr>
          <p:cNvPr id="147" name="Google Shape;147;p24"/>
          <p:cNvSpPr txBox="1"/>
          <p:nvPr/>
        </p:nvSpPr>
        <p:spPr>
          <a:xfrm>
            <a:off x="853200" y="5058350"/>
            <a:ext cx="8428200" cy="10477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2500">
                <a:solidFill>
                  <a:schemeClr val="dk1"/>
                </a:solidFill>
                <a:latin typeface="Public Sans"/>
                <a:ea typeface="Public Sans"/>
                <a:cs typeface="Public Sans"/>
                <a:sym typeface="Public Sans"/>
              </a:rPr>
              <a:t>Tus respuestas reflejan una proyección clara: prefieres un entorno laboral estable, con horarios definidos, reglas claras y procesos estructurados. Valoras la seguridad, la organización y la posibilidad de avanzar paso a paso dentro de una ruta profesional previsible.
Te sientes más cómodo/a cuando tienes claridad sobre tus tareas y responsabilidades, y buscas contextos donde se pueda trabajar con orden, foco y continuidad. Este estilo de vida también favorece el equilibrio entre tus objetivos personales y profesionales.
Por eso, las carreras que te sugerimos no solo se basan en tus habilidades, sino también en la forma en que imaginas tu día a día en el futuro: opciones que ofrecen estructura, claridad de objetivos y entornos donde puedas desarrollarte con estabilidad.</a:t>
            </a:r>
            <a:endParaRPr sz="2500">
              <a:solidFill>
                <a:schemeClr val="dk2"/>
              </a:solidFill>
              <a:latin typeface="Public Sans"/>
              <a:ea typeface="Public Sans"/>
              <a:cs typeface="Public Sans"/>
              <a:sym typeface="Public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1"/>
        <p:cNvGrpSpPr/>
        <p:nvPr/>
      </p:nvGrpSpPr>
      <p:grpSpPr>
        <a:xfrm>
          <a:off x="0" y="0"/>
          <a:ext cx="0" cy="0"/>
          <a:chOff x="0" y="0"/>
          <a:chExt cx="0" cy="0"/>
        </a:xfrm>
      </p:grpSpPr>
      <p:sp>
        <p:nvSpPr>
          <p:cNvPr id="152" name="Google Shape;152;p25"/>
          <p:cNvSpPr txBox="1"/>
          <p:nvPr/>
        </p:nvSpPr>
        <p:spPr>
          <a:xfrm>
            <a:off x="966125" y="10821875"/>
            <a:ext cx="8406600" cy="527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483">
                <a:solidFill>
                  <a:schemeClr val="dk1"/>
                </a:solidFill>
              </a:rPr>
              <a:t/>
            </a:r>
            <a:endParaRPr sz="3483">
              <a:solidFill>
                <a:schemeClr val="dk1"/>
              </a:solidFill>
            </a:endParaRPr>
          </a:p>
        </p:txBody>
      </p:sp>
      <p:pic>
        <p:nvPicPr>
          <p:cNvPr id="153" name="Picture 152" descr="chart.png"/>
          <p:cNvPicPr>
            <a:picLocks noChangeAspect="1"/>
          </p:cNvPicPr>
          <p:nvPr/>
        </p:nvPicPr>
        <p:blipFill>
          <a:blip r:embed="rId4"/>
          <a:stretch>
            <a:fillRect/>
          </a:stretch>
        </p:blipFill>
        <p:spPr>
          <a:xfrm>
            <a:off x="966125" y="10821875"/>
            <a:ext cx="8406600" cy="5275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6"/>
        <p:cNvGrpSpPr/>
        <p:nvPr/>
      </p:nvGrpSpPr>
      <p:grpSpPr>
        <a:xfrm>
          <a:off x="0" y="0"/>
          <a:ext cx="0" cy="0"/>
          <a:chOff x="0" y="0"/>
          <a:chExt cx="0" cy="0"/>
        </a:xfrm>
      </p:grpSpPr>
      <p:sp>
        <p:nvSpPr>
          <p:cNvPr id="157" name="Google Shape;157;p26"/>
          <p:cNvSpPr txBox="1"/>
          <p:nvPr/>
        </p:nvSpPr>
        <p:spPr>
          <a:xfrm>
            <a:off x="1490300" y="1614725"/>
            <a:ext cx="52875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4200" b="1">
                <a:solidFill>
                  <a:schemeClr val="dk1"/>
                </a:solidFill>
                <a:latin typeface="Public Sans"/>
                <a:ea typeface="Public Sans"/>
                <a:cs typeface="Public Sans"/>
                <a:sym typeface="Public Sans"/>
              </a:rPr>
              <a:t>INVESTIGATIVO</a:t>
            </a:r>
            <a:endParaRPr sz="4200" b="1">
              <a:solidFill>
                <a:schemeClr val="dk1"/>
              </a:solidFill>
              <a:latin typeface="Public Sans"/>
              <a:ea typeface="Public Sans"/>
              <a:cs typeface="Public Sans"/>
              <a:sym typeface="Public Sans"/>
            </a:endParaRPr>
          </a:p>
        </p:txBody>
      </p:sp>
      <p:sp>
        <p:nvSpPr>
          <p:cNvPr id="158" name="Google Shape;158;p26"/>
          <p:cNvSpPr txBox="1"/>
          <p:nvPr/>
        </p:nvSpPr>
        <p:spPr>
          <a:xfrm>
            <a:off x="1490300" y="4000500"/>
            <a:ext cx="7145700" cy="117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700">
                <a:solidFill>
                  <a:schemeClr val="dk1"/>
                </a:solidFill>
                <a:latin typeface="Public Sans"/>
                <a:ea typeface="Public Sans"/>
                <a:cs typeface="Public Sans"/>
                <a:sym typeface="Public Sans"/>
              </a:rPr>
              <a:t>Cuando el perfil investigativo aparece con baja presencia, la inclinación hacia la observación profunda, el análisis de datos y la investigación abstracta no resulta prioritaria. 
Esto no significa ausencia de capacidad, sino que la motivación suele orientarse hacia otros estilos más concretos, expresivos o interpersonales. Las personas con baja presencia de este estilo prefieren entornos prácticos o dinámicos antes que actividades prolongadas de análisis. 
Sin embargo, la lógica y el pensamiento crítico pueden ser activados en momentos específicos. De esta forma, el estilo investigativo funciona como un recurso secundario más que como una guía habitual.
</a:t>
            </a:r>
            <a:endParaRPr sz="2700">
              <a:solidFill>
                <a:schemeClr val="dk1"/>
              </a:solidFill>
              <a:latin typeface="Public Sans"/>
              <a:ea typeface="Public Sans"/>
              <a:cs typeface="Public Sans"/>
              <a:sym typeface="Public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p:cNvGrpSpPr/>
        <p:nvPr/>
      </p:nvGrpSpPr>
      <p:grpSpPr>
        <a:xfrm>
          <a:off x="0" y="0"/>
          <a:ext cx="0" cy="0"/>
          <a:chOff x="0" y="0"/>
          <a:chExt cx="0" cy="0"/>
        </a:xfrm>
      </p:grpSpPr>
      <p:sp>
        <p:nvSpPr>
          <p:cNvPr id="163" name="Google Shape;163;p27"/>
          <p:cNvSpPr txBox="1"/>
          <p:nvPr/>
        </p:nvSpPr>
        <p:spPr>
          <a:xfrm>
            <a:off x="1490300" y="1614725"/>
            <a:ext cx="52875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4200" b="1">
                <a:solidFill>
                  <a:schemeClr val="dk1"/>
                </a:solidFill>
                <a:latin typeface="Public Sans"/>
                <a:ea typeface="Public Sans"/>
                <a:cs typeface="Public Sans"/>
                <a:sym typeface="Public Sans"/>
              </a:rPr>
              <a:t>SOCIAL</a:t>
            </a:r>
            <a:endParaRPr sz="4200" b="1">
              <a:solidFill>
                <a:schemeClr val="dk1"/>
              </a:solidFill>
              <a:latin typeface="Public Sans"/>
              <a:ea typeface="Public Sans"/>
              <a:cs typeface="Public Sans"/>
              <a:sym typeface="Public Sans"/>
            </a:endParaRPr>
          </a:p>
        </p:txBody>
      </p:sp>
      <p:sp>
        <p:nvSpPr>
          <p:cNvPr id="164" name="Google Shape;164;p27"/>
          <p:cNvSpPr txBox="1"/>
          <p:nvPr/>
        </p:nvSpPr>
        <p:spPr>
          <a:xfrm>
            <a:off x="1490300" y="4000500"/>
            <a:ext cx="7145700" cy="117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700">
                <a:solidFill>
                  <a:schemeClr val="dk1"/>
                </a:solidFill>
                <a:latin typeface="Public Sans"/>
                <a:ea typeface="Public Sans"/>
                <a:cs typeface="Public Sans"/>
                <a:sym typeface="Public Sans"/>
              </a:rPr>
              <a:t>En niveles bajos, el perfil social no ocupa un lugar central en la forma de actuar o motivarse. Esto no significa falta de empatía, sino que probablemente la persona prefiera entornos más autónomos, técnicos o conceptuales, donde el contacto con otros no sea constante. 
La interacción se da cuando es necesaria, pero no representa una fuente principal de motivación. Este estilo puede aparecer en situaciones puntuales, como colaborar en un proyecto o compartir tareas, pero no suele ser el motor que guía las decisiones o intereses principales.
Sirve de apoyo ocasional, pero el foco tiende a estar en actividades que no dependen tanto del vínculo interpersonal.</a:t>
            </a:r>
            <a:endParaRPr sz="2700">
              <a:solidFill>
                <a:schemeClr val="dk1"/>
              </a:solidFill>
              <a:latin typeface="Public Sans"/>
              <a:ea typeface="Public Sans"/>
              <a:cs typeface="Public Sans"/>
              <a:sym typeface="Public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8"/>
        <p:cNvGrpSpPr/>
        <p:nvPr/>
      </p:nvGrpSpPr>
      <p:grpSpPr>
        <a:xfrm>
          <a:off x="0" y="0"/>
          <a:ext cx="0" cy="0"/>
          <a:chOff x="0" y="0"/>
          <a:chExt cx="0" cy="0"/>
        </a:xfrm>
      </p:grpSpPr>
      <p:sp>
        <p:nvSpPr>
          <p:cNvPr id="169" name="Google Shape;169;p28"/>
          <p:cNvSpPr txBox="1"/>
          <p:nvPr/>
        </p:nvSpPr>
        <p:spPr>
          <a:xfrm>
            <a:off x="1490300" y="1614725"/>
            <a:ext cx="52875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4200" b="1">
                <a:solidFill>
                  <a:schemeClr val="dk1"/>
                </a:solidFill>
                <a:latin typeface="Public Sans"/>
                <a:ea typeface="Public Sans"/>
                <a:cs typeface="Public Sans"/>
                <a:sym typeface="Public Sans"/>
              </a:rPr>
              <a:t>EMPRENDEDOR</a:t>
            </a:r>
            <a:endParaRPr sz="4200" b="1">
              <a:solidFill>
                <a:schemeClr val="dk1"/>
              </a:solidFill>
              <a:latin typeface="Public Sans"/>
              <a:ea typeface="Public Sans"/>
              <a:cs typeface="Public Sans"/>
              <a:sym typeface="Public Sans"/>
            </a:endParaRPr>
          </a:p>
        </p:txBody>
      </p:sp>
      <p:sp>
        <p:nvSpPr>
          <p:cNvPr id="170" name="Google Shape;170;p28"/>
          <p:cNvSpPr txBox="1"/>
          <p:nvPr/>
        </p:nvSpPr>
        <p:spPr>
          <a:xfrm>
            <a:off x="1490300" y="4000500"/>
            <a:ext cx="7145700" cy="117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700">
                <a:solidFill>
                  <a:schemeClr val="dk1"/>
                </a:solidFill>
                <a:latin typeface="Public Sans"/>
                <a:ea typeface="Public Sans"/>
                <a:cs typeface="Public Sans"/>
                <a:sym typeface="Public Sans"/>
              </a:rPr>
              <a:t>En niveles bajos, el perfil emprendedor no suele ser un motor central de motivación. Las personas con esta característica tienden a preferir contextos donde puedan enfocarse en el análisis, la creatividad o la ejecución individual, sin necesidad de estar en la conducción.
Esto no significa que no puedan liderar, sino que probablemente lo hagan solo en situaciones puntuales y no como parte de su estilo natural. Prefieren decidir con calma antes que actuar bajo presión, y valoran más la estabilidad que la competencia.
En este caso, el perfil emprendedor aparece como un recurso secundario, útil en ocasiones, pero no dominante en la forma de actuar.</a:t>
            </a:r>
            <a:endParaRPr sz="2700">
              <a:solidFill>
                <a:schemeClr val="dk1"/>
              </a:solidFill>
              <a:latin typeface="Public Sans"/>
              <a:ea typeface="Public Sans"/>
              <a:cs typeface="Public Sans"/>
              <a:sym typeface="Public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4"/>
        <p:cNvGrpSpPr/>
        <p:nvPr/>
      </p:nvGrpSpPr>
      <p:grpSpPr>
        <a:xfrm>
          <a:off x="0" y="0"/>
          <a:ext cx="0" cy="0"/>
          <a:chOff x="0" y="0"/>
          <a:chExt cx="0" cy="0"/>
        </a:xfrm>
      </p:grpSpPr>
      <p:sp>
        <p:nvSpPr>
          <p:cNvPr id="175" name="Google Shape;175;p29"/>
          <p:cNvSpPr txBox="1"/>
          <p:nvPr/>
        </p:nvSpPr>
        <p:spPr>
          <a:xfrm>
            <a:off x="1627575" y="2800450"/>
            <a:ext cx="52875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800" b="1">
                <a:solidFill>
                  <a:schemeClr val="dk1"/>
                </a:solidFill>
                <a:latin typeface="Public Sans"/>
                <a:ea typeface="Public Sans"/>
                <a:cs typeface="Public Sans"/>
                <a:sym typeface="Public Sans"/>
              </a:rPr>
              <a:t>CONVENCIONAL</a:t>
            </a:r>
            <a:endParaRPr sz="2800" b="1">
              <a:solidFill>
                <a:schemeClr val="dk1"/>
              </a:solidFill>
              <a:latin typeface="Public Sans"/>
              <a:ea typeface="Public Sans"/>
              <a:cs typeface="Public Sans"/>
              <a:sym typeface="Public Sans"/>
            </a:endParaRPr>
          </a:p>
        </p:txBody>
      </p:sp>
      <p:sp>
        <p:nvSpPr>
          <p:cNvPr id="176" name="Google Shape;176;p29"/>
          <p:cNvSpPr txBox="1"/>
          <p:nvPr/>
        </p:nvSpPr>
        <p:spPr>
          <a:xfrm>
            <a:off x="1627575" y="3681500"/>
            <a:ext cx="52875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800" b="1">
                <a:solidFill>
                  <a:schemeClr val="dk1"/>
                </a:solidFill>
                <a:latin typeface="Public Sans"/>
                <a:ea typeface="Public Sans"/>
                <a:cs typeface="Public Sans"/>
                <a:sym typeface="Public Sans"/>
              </a:rPr>
              <a:t>REALISTA</a:t>
            </a:r>
            <a:endParaRPr sz="2800" b="1">
              <a:solidFill>
                <a:schemeClr val="dk1"/>
              </a:solidFill>
              <a:latin typeface="Public Sans"/>
              <a:ea typeface="Public Sans"/>
              <a:cs typeface="Public Sans"/>
              <a:sym typeface="Public Sans"/>
            </a:endParaRPr>
          </a:p>
        </p:txBody>
      </p:sp>
      <p:sp>
        <p:nvSpPr>
          <p:cNvPr id="177" name="Google Shape;177;p29"/>
          <p:cNvSpPr txBox="1"/>
          <p:nvPr/>
        </p:nvSpPr>
        <p:spPr>
          <a:xfrm>
            <a:off x="1627575" y="4634000"/>
            <a:ext cx="52875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800" b="1">
                <a:solidFill>
                  <a:schemeClr val="dk1"/>
                </a:solidFill>
                <a:latin typeface="Public Sans"/>
                <a:ea typeface="Public Sans"/>
                <a:cs typeface="Public Sans"/>
                <a:sym typeface="Public Sans"/>
              </a:rPr>
              <a:t>ARTÍSTICO</a:t>
            </a:r>
            <a:endParaRPr sz="2800" b="1">
              <a:solidFill>
                <a:schemeClr val="dk1"/>
              </a:solidFill>
              <a:latin typeface="Public Sans"/>
              <a:ea typeface="Public Sans"/>
              <a:cs typeface="Public Sans"/>
              <a:sym typeface="Public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1"/>
        <p:cNvGrpSpPr/>
        <p:nvPr/>
      </p:nvGrpSpPr>
      <p:grpSpPr>
        <a:xfrm>
          <a:off x="0" y="0"/>
          <a:ext cx="0" cy="0"/>
          <a:chOff x="0" y="0"/>
          <a:chExt cx="0" cy="0"/>
        </a:xfrm>
      </p:grpSpPr>
      <p:sp>
        <p:nvSpPr>
          <p:cNvPr id="182" name="Google Shape;182;p30"/>
          <p:cNvSpPr txBox="1"/>
          <p:nvPr/>
        </p:nvSpPr>
        <p:spPr>
          <a:xfrm>
            <a:off x="1490300" y="1614725"/>
            <a:ext cx="52875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4200" b="1">
                <a:solidFill>
                  <a:schemeClr val="dk1"/>
                </a:solidFill>
                <a:latin typeface="Archivo"/>
                <a:ea typeface="Archivo"/>
                <a:cs typeface="Archivo"/>
                <a:sym typeface="Archivo"/>
              </a:rPr>
              <a:t>CONVENCIONAL</a:t>
            </a:r>
            <a:endParaRPr sz="4200" b="1">
              <a:solidFill>
                <a:schemeClr val="dk1"/>
              </a:solidFill>
              <a:latin typeface="Archivo"/>
              <a:ea typeface="Archivo"/>
              <a:cs typeface="Archivo"/>
              <a:sym typeface="Archivo"/>
            </a:endParaRPr>
          </a:p>
        </p:txBody>
      </p:sp>
      <p:sp>
        <p:nvSpPr>
          <p:cNvPr id="183" name="Google Shape;183;p30"/>
          <p:cNvSpPr txBox="1"/>
          <p:nvPr/>
        </p:nvSpPr>
        <p:spPr>
          <a:xfrm>
            <a:off x="1490300" y="4000500"/>
            <a:ext cx="7145700" cy="117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700">
                <a:solidFill>
                  <a:schemeClr val="dk1"/>
                </a:solidFill>
                <a:latin typeface="Archivo"/>
                <a:ea typeface="Archivo"/>
                <a:cs typeface="Archivo"/>
                <a:sym typeface="Archivo"/>
              </a:rPr>
              <a:t>Cuando el perfil convencional tiene baja presencia, significa que el orden y las rutinas estrictas no son la fuente principal de motivación. Las personas con este estilo tienden a preferir entornos más dinámicos, creativos o cambiantes, donde haya espacio para la improvisación y la exploración.
Esto no significa que no puedan organizarse, sino que probablemente no encuentren satisfacción en tareas repetitivas o en procesos muy estructurados. 
En este caso, el perfil convencional funciona más como una herramienta ocasional, utilizada solo cuando es necesario cumplir con ciertas reglas o plazos, pero no como el eje central de la manera de actuar o aprender.</a:t>
            </a:r>
            <a:endParaRPr sz="2700">
              <a:solidFill>
                <a:schemeClr val="dk1"/>
              </a:solidFill>
              <a:latin typeface="Archivo"/>
              <a:ea typeface="Archivo"/>
              <a:cs typeface="Archivo"/>
              <a:sym typeface="Archiv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7"/>
        <p:cNvGrpSpPr/>
        <p:nvPr/>
      </p:nvGrpSpPr>
      <p:grpSpPr>
        <a:xfrm>
          <a:off x="0" y="0"/>
          <a:ext cx="0" cy="0"/>
          <a:chOff x="0" y="0"/>
          <a:chExt cx="0" cy="0"/>
        </a:xfrm>
      </p:grpSpPr>
      <p:sp>
        <p:nvSpPr>
          <p:cNvPr id="188" name="Google Shape;188;p31"/>
          <p:cNvSpPr txBox="1"/>
          <p:nvPr/>
        </p:nvSpPr>
        <p:spPr>
          <a:xfrm>
            <a:off x="1490300" y="1614725"/>
            <a:ext cx="52875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4200" b="1">
                <a:solidFill>
                  <a:schemeClr val="dk1"/>
                </a:solidFill>
                <a:latin typeface="Archivo"/>
                <a:ea typeface="Archivo"/>
                <a:cs typeface="Archivo"/>
                <a:sym typeface="Archivo"/>
              </a:rPr>
              <a:t>REALISTA</a:t>
            </a:r>
            <a:endParaRPr sz="4200" b="1">
              <a:solidFill>
                <a:schemeClr val="dk1"/>
              </a:solidFill>
              <a:latin typeface="Archivo"/>
              <a:ea typeface="Archivo"/>
              <a:cs typeface="Archivo"/>
              <a:sym typeface="Archivo"/>
            </a:endParaRPr>
          </a:p>
        </p:txBody>
      </p:sp>
      <p:sp>
        <p:nvSpPr>
          <p:cNvPr id="189" name="Google Shape;189;p31"/>
          <p:cNvSpPr txBox="1"/>
          <p:nvPr/>
        </p:nvSpPr>
        <p:spPr>
          <a:xfrm>
            <a:off x="1490300" y="4000500"/>
            <a:ext cx="7145700" cy="117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700">
                <a:solidFill>
                  <a:schemeClr val="dk1"/>
                </a:solidFill>
                <a:latin typeface="Archivo"/>
                <a:ea typeface="Archivo"/>
                <a:cs typeface="Archivo"/>
                <a:sym typeface="Archivo"/>
              </a:rPr>
              <a:t>En niveles bajos, el perfil realista no ocupa un lugar central en la forma de actuar o aprender. 
Las actividades manuales, mecánicas o repetitivas tienden a generar poco interés, mientras que cobran mayor relevancia otros estilos como lo analítico, lo social o lo creativo. Esto no implica ausencia de capacidad, sino que las personas con baja presencia realista suelen orientarse hacia entornos conceptuales, simbólicos o abstractos. 
Sin embargo, el estilo realista puede aparecer como recurso secundario en tareas específicas que requieren acción práctica, como armar un prototipo o realizar ejercicios de campo. Su aporte es puntual y funcional, pero no representa un motor habitual de motivación.</a:t>
            </a:r>
            <a:endParaRPr sz="2700">
              <a:solidFill>
                <a:schemeClr val="dk1"/>
              </a:solidFill>
              <a:latin typeface="Archivo"/>
              <a:ea typeface="Archivo"/>
              <a:cs typeface="Archivo"/>
              <a:sym typeface="Archiv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3"/>
        <p:cNvGrpSpPr/>
        <p:nvPr/>
      </p:nvGrpSpPr>
      <p:grpSpPr>
        <a:xfrm>
          <a:off x="0" y="0"/>
          <a:ext cx="0" cy="0"/>
          <a:chOff x="0" y="0"/>
          <a:chExt cx="0" cy="0"/>
        </a:xfrm>
      </p:grpSpPr>
      <p:sp>
        <p:nvSpPr>
          <p:cNvPr id="194" name="Google Shape;194;p32"/>
          <p:cNvSpPr txBox="1"/>
          <p:nvPr/>
        </p:nvSpPr>
        <p:spPr>
          <a:xfrm>
            <a:off x="1490300" y="1614725"/>
            <a:ext cx="52875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4200" b="1">
                <a:solidFill>
                  <a:schemeClr val="dk1"/>
                </a:solidFill>
                <a:latin typeface="Archivo"/>
                <a:ea typeface="Archivo"/>
                <a:cs typeface="Archivo"/>
                <a:sym typeface="Archivo"/>
              </a:rPr>
              <a:t>ARTÍSTICO</a:t>
            </a:r>
            <a:endParaRPr sz="4200" b="1">
              <a:solidFill>
                <a:schemeClr val="dk1"/>
              </a:solidFill>
              <a:latin typeface="Archivo"/>
              <a:ea typeface="Archivo"/>
              <a:cs typeface="Archivo"/>
              <a:sym typeface="Archivo"/>
            </a:endParaRPr>
          </a:p>
        </p:txBody>
      </p:sp>
      <p:sp>
        <p:nvSpPr>
          <p:cNvPr id="195" name="Google Shape;195;p32"/>
          <p:cNvSpPr txBox="1"/>
          <p:nvPr/>
        </p:nvSpPr>
        <p:spPr>
          <a:xfrm>
            <a:off x="1490300" y="4000500"/>
            <a:ext cx="7145700" cy="11747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700">
                <a:solidFill>
                  <a:schemeClr val="dk1"/>
                </a:solidFill>
                <a:latin typeface="Archivo"/>
                <a:ea typeface="Archivo"/>
                <a:cs typeface="Archivo"/>
                <a:sym typeface="Archivo"/>
              </a:rPr>
              <a:t>Cuando el perfil artístico aparece con baja presencia, las actividades ligadas a la expresión simbólica o a la sensibilidad estética no son una prioridad. Esto no significa ausencia de creatividad, sino que probablemente se prefieran entornos más concretos, lógicos o prácticos, donde las reglas estén claras. 
El componente artístico puede surgir en momentos puntuales, pero no representa un canal habitual de motivación. En este caso, el estilo artístico funciona como recurso secundario, útil para aportar ideas originales en situaciones específicas, pero sin ocupar un lugar central en la manera de aprender, trabajar o tomar decisiones.</a:t>
            </a:r>
            <a:endParaRPr sz="2700">
              <a:solidFill>
                <a:schemeClr val="dk1"/>
              </a:solidFill>
              <a:latin typeface="Archivo"/>
              <a:ea typeface="Archivo"/>
              <a:cs typeface="Archivo"/>
              <a:sym typeface="Archiv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9"/>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3"/>
        <p:cNvGrpSpPr/>
        <p:nvPr/>
      </p:nvGrpSpPr>
      <p:grpSpPr>
        <a:xfrm>
          <a:off x="0" y="0"/>
          <a:ext cx="0" cy="0"/>
          <a:chOff x="0" y="0"/>
          <a:chExt cx="0" cy="0"/>
        </a:xfrm>
      </p:grpSpPr>
      <p:sp>
        <p:nvSpPr>
          <p:cNvPr id="204" name="Google Shape;204;p34"/>
          <p:cNvSpPr txBox="1"/>
          <p:nvPr/>
        </p:nvSpPr>
        <p:spPr>
          <a:xfrm>
            <a:off x="1525350" y="7254400"/>
            <a:ext cx="7267200" cy="269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a:solidFill>
                  <a:schemeClr val="dk1"/>
                </a:solidFill>
                <a:latin typeface="Public Sans"/>
                <a:ea typeface="Public Sans"/>
                <a:cs typeface="Public Sans"/>
                <a:sym typeface="Public Sans"/>
              </a:rPr>
              <a:t>✔️ el hacer práctico, el movimiento y la resolución de problemas con tus propias manos.
Te atrae experimentar con tecnología de forma concreta y participar en proyectos donde el resultado sea visible y tangible.</a:t>
            </a:r>
            <a:endParaRPr sz="2400">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Clr>
                <a:schemeClr val="dk1"/>
              </a:buClr>
              <a:buSzPts val="1100"/>
              <a:buFont typeface="Arial"/>
              <a:buNone/>
            </a:pPr>
            <a:endParaRPr sz="2400">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Clr>
                <a:schemeClr val="dk1"/>
              </a:buClr>
              <a:buSzPts val="1100"/>
              <a:buFont typeface="Arial"/>
              <a:buNone/>
            </a:pPr>
            <a:endParaRPr sz="2400">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None/>
            </a:pPr>
            <a:endParaRPr sz="2400">
              <a:solidFill>
                <a:schemeClr val="dk1"/>
              </a:solidFill>
              <a:latin typeface="Public Sans"/>
              <a:ea typeface="Public Sans"/>
              <a:cs typeface="Public Sans"/>
              <a:sym typeface="Public Sans"/>
            </a:endParaRPr>
          </a:p>
        </p:txBody>
      </p:sp>
      <p:sp>
        <p:nvSpPr>
          <p:cNvPr id="205" name="Google Shape;205;p34"/>
          <p:cNvSpPr txBox="1"/>
          <p:nvPr/>
        </p:nvSpPr>
        <p:spPr>
          <a:xfrm>
            <a:off x="1525350" y="10264300"/>
            <a:ext cx="7267200" cy="269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a:solidFill>
                  <a:schemeClr val="dk1"/>
                </a:solidFill>
                <a:latin typeface="Public Sans"/>
                <a:ea typeface="Public Sans"/>
                <a:cs typeface="Public Sans"/>
                <a:sym typeface="Public Sans"/>
              </a:rPr>
              <a:t>✔️ la curiosidad intelectual, el análisis y la búsqueda de explicaciones profundas.
Te interesa descubrir cómo funciona el mundo, explorar ideas nuevas y resolver problemas con pensamiento crítico.</a:t>
            </a:r>
            <a:endParaRPr sz="2400">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Clr>
                <a:schemeClr val="dk1"/>
              </a:buClr>
              <a:buSzPts val="1100"/>
              <a:buFont typeface="Arial"/>
              <a:buNone/>
            </a:pPr>
            <a:endParaRPr sz="2400">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Clr>
                <a:schemeClr val="dk1"/>
              </a:buClr>
              <a:buSzPts val="1100"/>
              <a:buFont typeface="Arial"/>
              <a:buNone/>
            </a:pPr>
            <a:endParaRPr sz="2400">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None/>
            </a:pPr>
            <a:endParaRPr sz="2400">
              <a:solidFill>
                <a:schemeClr val="dk1"/>
              </a:solidFill>
              <a:latin typeface="Public Sans"/>
              <a:ea typeface="Public Sans"/>
              <a:cs typeface="Public Sans"/>
              <a:sym typeface="Public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9"/>
        <p:cNvGrpSpPr/>
        <p:nvPr/>
      </p:nvGrpSpPr>
      <p:grpSpPr>
        <a:xfrm>
          <a:off x="0" y="0"/>
          <a:ext cx="0" cy="0"/>
          <a:chOff x="0" y="0"/>
          <a:chExt cx="0" cy="0"/>
        </a:xfrm>
      </p:grpSpPr>
      <p:sp>
        <p:nvSpPr>
          <p:cNvPr id="210" name="Google Shape;210;p35"/>
          <p:cNvSpPr txBox="1"/>
          <p:nvPr/>
        </p:nvSpPr>
        <p:spPr>
          <a:xfrm>
            <a:off x="907625" y="1697175"/>
            <a:ext cx="8432700" cy="8659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83">
                <a:solidFill>
                  <a:schemeClr val="dk1"/>
                </a:solidFill>
                <a:latin typeface="Public Sans Light"/>
                <a:ea typeface="Public Sans Light"/>
                <a:cs typeface="Public Sans Light"/>
                <a:sym typeface="Public Sans Light"/>
              </a:rPr>
              <a:t>Tus intereses fueron una de las claves para sugerirte opciones dentro de las áreas de estudio: </a:t>
            </a:r>
            <a:endParaRPr sz="2483">
              <a:solidFill>
                <a:schemeClr val="dk1"/>
              </a:solidFill>
              <a:latin typeface="Public Sans Light"/>
              <a:ea typeface="Public Sans Light"/>
              <a:cs typeface="Public Sans Light"/>
              <a:sym typeface="Public Sans Light"/>
            </a:endParaRPr>
          </a:p>
          <a:p>
            <a:pPr marL="0" lvl="0" indent="0" algn="l" rtl="0">
              <a:lnSpc>
                <a:spcPct val="115000"/>
              </a:lnSpc>
              <a:spcBef>
                <a:spcPts val="0"/>
              </a:spcBef>
              <a:spcAft>
                <a:spcPts val="0"/>
              </a:spcAft>
              <a:buNone/>
            </a:pPr>
            <a:endParaRPr sz="2483">
              <a:solidFill>
                <a:schemeClr val="dk1"/>
              </a:solidFill>
              <a:latin typeface="Public Sans Light"/>
              <a:ea typeface="Public Sans Light"/>
              <a:cs typeface="Public Sans Light"/>
              <a:sym typeface="Public Sans Light"/>
            </a:endParaRPr>
          </a:p>
          <a:p>
            <a:pPr marL="0" lvl="0" indent="0" algn="l" rtl="0">
              <a:lnSpc>
                <a:spcPct val="115000"/>
              </a:lnSpc>
              <a:spcBef>
                <a:spcPts val="0"/>
              </a:spcBef>
              <a:spcAft>
                <a:spcPts val="0"/>
              </a:spcAft>
              <a:buNone/>
            </a:pPr>
            <a:r>
              <a:rPr lang="en" sz="2200" b="1">
                <a:solidFill>
                  <a:schemeClr val="dk1"/>
                </a:solidFill>
                <a:latin typeface="Public Sans"/>
                <a:ea typeface="Public Sans"/>
                <a:cs typeface="Public Sans"/>
                <a:sym typeface="Public Sans"/>
              </a:rPr>
              <a:t>CIENCIAS ECONÓMICAS</a:t>
            </a:r>
            <a:endParaRPr sz="2200" b="1">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None/>
            </a:pPr>
            <a:endParaRPr sz="2200" b="1">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None/>
            </a:pPr>
            <a:r>
              <a:rPr lang="en" sz="2200" b="1">
                <a:solidFill>
                  <a:schemeClr val="dk1"/>
                </a:solidFill>
                <a:latin typeface="Public Sans"/>
                <a:ea typeface="Public Sans"/>
                <a:cs typeface="Public Sans"/>
                <a:sym typeface="Public Sans"/>
              </a:rPr>
              <a:t>CIENCIAS SOCIALES</a:t>
            </a:r>
            <a:endParaRPr sz="2200" b="1">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None/>
            </a:pPr>
            <a:endParaRPr sz="2483">
              <a:solidFill>
                <a:schemeClr val="dk1"/>
              </a:solidFill>
              <a:latin typeface="Public Sans Light"/>
              <a:ea typeface="Public Sans Light"/>
              <a:cs typeface="Public Sans Light"/>
              <a:sym typeface="Public Sans Light"/>
            </a:endParaRPr>
          </a:p>
          <a:p>
            <a:pPr marL="0" lvl="0" indent="0" algn="l" rtl="0">
              <a:lnSpc>
                <a:spcPct val="115000"/>
              </a:lnSpc>
              <a:spcBef>
                <a:spcPts val="0"/>
              </a:spcBef>
              <a:spcAft>
                <a:spcPts val="0"/>
              </a:spcAft>
              <a:buNone/>
            </a:pPr>
            <a:r>
              <a:rPr lang="en" sz="2483">
                <a:solidFill>
                  <a:schemeClr val="dk1"/>
                </a:solidFill>
                <a:latin typeface="Public Sans Light"/>
                <a:ea typeface="Public Sans Light"/>
                <a:cs typeface="Public Sans Light"/>
                <a:sym typeface="Public Sans Light"/>
              </a:rPr>
              <a:t>Las áreas en las que mostraste mayor afinidad coinciden con el perfil de carreras como:</a:t>
            </a:r>
            <a:endParaRPr sz="2483">
              <a:solidFill>
                <a:schemeClr val="dk1"/>
              </a:solidFill>
              <a:latin typeface="Public Sans Light"/>
              <a:ea typeface="Public Sans Light"/>
              <a:cs typeface="Public Sans Light"/>
              <a:sym typeface="Public Sans Light"/>
            </a:endParaRPr>
          </a:p>
          <a:p>
            <a:pPr marL="0" lvl="0" indent="0" algn="l" rtl="0">
              <a:lnSpc>
                <a:spcPct val="115000"/>
              </a:lnSpc>
              <a:spcBef>
                <a:spcPts val="0"/>
              </a:spcBef>
              <a:spcAft>
                <a:spcPts val="0"/>
              </a:spcAft>
              <a:buNone/>
            </a:pPr>
            <a:endParaRPr sz="2483">
              <a:solidFill>
                <a:schemeClr val="dk1"/>
              </a:solidFill>
              <a:latin typeface="Public Sans Light"/>
              <a:ea typeface="Public Sans Light"/>
              <a:cs typeface="Public Sans Light"/>
              <a:sym typeface="Public Sans Light"/>
            </a:endParaRPr>
          </a:p>
          <a:p>
            <a:pPr marL="0" lvl="0" indent="0" algn="l" rtl="0">
              <a:lnSpc>
                <a:spcPct val="100000"/>
              </a:lnSpc>
              <a:spcBef>
                <a:spcPts val="0"/>
              </a:spcBef>
              <a:spcAft>
                <a:spcPts val="0"/>
              </a:spcAft>
              <a:buNone/>
            </a:pPr>
            <a:r>
              <a:rPr lang="en" sz="2200" b="1">
                <a:solidFill>
                  <a:schemeClr val="dk1"/>
                </a:solidFill>
                <a:latin typeface="Public Sans"/>
                <a:ea typeface="Public Sans"/>
                <a:cs typeface="Public Sans"/>
                <a:sym typeface="Public Sans"/>
              </a:rPr>
              <a:t>Licenciatura en Economía y Finanzas</a:t>
            </a:r>
            <a:endParaRPr sz="2200" b="1">
              <a:solidFill>
                <a:schemeClr val="dk1"/>
              </a:solidFill>
              <a:latin typeface="Public Sans"/>
              <a:ea typeface="Public Sans"/>
              <a:cs typeface="Public Sans"/>
              <a:sym typeface="Public Sans"/>
            </a:endParaRPr>
          </a:p>
          <a:p>
            <a:pPr marL="0" lvl="0" indent="0" algn="l" rtl="0">
              <a:lnSpc>
                <a:spcPct val="100000"/>
              </a:lnSpc>
              <a:spcBef>
                <a:spcPts val="0"/>
              </a:spcBef>
              <a:spcAft>
                <a:spcPts val="0"/>
              </a:spcAft>
              <a:buNone/>
            </a:pPr>
            <a:endParaRPr sz="2200" b="1">
              <a:solidFill>
                <a:schemeClr val="dk1"/>
              </a:solidFill>
              <a:latin typeface="Public Sans"/>
              <a:ea typeface="Public Sans"/>
              <a:cs typeface="Public Sans"/>
              <a:sym typeface="Public Sans"/>
            </a:endParaRPr>
          </a:p>
          <a:p>
            <a:pPr marL="0" lvl="0" indent="0" algn="l" rtl="0">
              <a:lnSpc>
                <a:spcPct val="100000"/>
              </a:lnSpc>
              <a:spcBef>
                <a:spcPts val="0"/>
              </a:spcBef>
              <a:spcAft>
                <a:spcPts val="0"/>
              </a:spcAft>
              <a:buNone/>
            </a:pPr>
            <a:r>
              <a:rPr lang="en" sz="2200" b="1">
                <a:solidFill>
                  <a:schemeClr val="dk1"/>
                </a:solidFill>
                <a:latin typeface="Public Sans"/>
                <a:ea typeface="Public Sans"/>
                <a:cs typeface="Public Sans"/>
                <a:sym typeface="Public Sans"/>
              </a:rPr>
              <a:t>Relaciones Internacionales</a:t>
            </a:r>
            <a:endParaRPr sz="2200" b="1">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None/>
            </a:pPr>
            <a:endParaRPr sz="2483">
              <a:solidFill>
                <a:schemeClr val="dk1"/>
              </a:solidFill>
              <a:latin typeface="Public Sans Light"/>
              <a:ea typeface="Public Sans Light"/>
              <a:cs typeface="Public Sans Light"/>
              <a:sym typeface="Public Sans Light"/>
            </a:endParaRPr>
          </a:p>
          <a:p>
            <a:pPr marL="0" lvl="0" indent="0" algn="l" rtl="0">
              <a:lnSpc>
                <a:spcPct val="115000"/>
              </a:lnSpc>
              <a:spcBef>
                <a:spcPts val="0"/>
              </a:spcBef>
              <a:spcAft>
                <a:spcPts val="0"/>
              </a:spcAft>
              <a:buNone/>
            </a:pPr>
            <a:r>
              <a:rPr lang="en" sz="2483">
                <a:solidFill>
                  <a:schemeClr val="dk1"/>
                </a:solidFill>
                <a:latin typeface="Public Sans Light"/>
                <a:ea typeface="Public Sans Light"/>
                <a:cs typeface="Public Sans Light"/>
                <a:sym typeface="Public Sans Light"/>
              </a:rPr>
              <a:t>Estas opciones no solo se alinean con tus habilidades, sino también con aquello que te motiva.</a:t>
            </a:r>
            <a:endParaRPr sz="2483">
              <a:solidFill>
                <a:schemeClr val="dk1"/>
              </a:solidFill>
              <a:latin typeface="Public Sans Light"/>
              <a:ea typeface="Public Sans Light"/>
              <a:cs typeface="Public Sans Light"/>
              <a:sym typeface="Public Sans Light"/>
            </a:endParaRPr>
          </a:p>
          <a:p>
            <a:pPr marL="0" lvl="0" indent="0" algn="l" rtl="0">
              <a:lnSpc>
                <a:spcPct val="115000"/>
              </a:lnSpc>
              <a:spcBef>
                <a:spcPts val="0"/>
              </a:spcBef>
              <a:spcAft>
                <a:spcPts val="0"/>
              </a:spcAft>
              <a:buNone/>
            </a:pPr>
            <a:endParaRPr sz="2483">
              <a:solidFill>
                <a:schemeClr val="dk1"/>
              </a:solidFill>
              <a:latin typeface="Public Sans Light"/>
              <a:ea typeface="Public Sans Light"/>
              <a:cs typeface="Public Sans Light"/>
              <a:sym typeface="Public Sans Light"/>
            </a:endParaRPr>
          </a:p>
          <a:p>
            <a:pPr marL="0" lvl="0" indent="0" algn="l" rtl="0">
              <a:lnSpc>
                <a:spcPct val="115000"/>
              </a:lnSpc>
              <a:spcBef>
                <a:spcPts val="0"/>
              </a:spcBef>
              <a:spcAft>
                <a:spcPts val="0"/>
              </a:spcAft>
              <a:buNone/>
            </a:pPr>
            <a:r>
              <a:rPr lang="en" sz="2483">
                <a:solidFill>
                  <a:schemeClr val="dk1"/>
                </a:solidFill>
                <a:latin typeface="Public Sans Light"/>
                <a:ea typeface="Public Sans Light"/>
                <a:cs typeface="Public Sans Light"/>
                <a:sym typeface="Public Sans Light"/>
              </a:rPr>
              <a:t>En otras palabras, no se trata solo de lo que podrías hacer bien, sino de lo que realmente despierta tu interés y curiosidad.</a:t>
            </a:r>
            <a:endParaRPr sz="2483">
              <a:solidFill>
                <a:schemeClr val="dk1"/>
              </a:solidFill>
              <a:latin typeface="Public Sans Light"/>
              <a:ea typeface="Public Sans Light"/>
              <a:cs typeface="Public Sans Light"/>
              <a:sym typeface="Public Sans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4"/>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8"/>
        <p:cNvGrpSpPr/>
        <p:nvPr/>
      </p:nvGrpSpPr>
      <p:grpSpPr>
        <a:xfrm>
          <a:off x="0" y="0"/>
          <a:ext cx="0" cy="0"/>
          <a:chOff x="0" y="0"/>
          <a:chExt cx="0" cy="0"/>
        </a:xfrm>
      </p:grpSpPr>
      <p:sp>
        <p:nvSpPr>
          <p:cNvPr id="219" name="Google Shape;219;p37"/>
          <p:cNvSpPr txBox="1"/>
          <p:nvPr/>
        </p:nvSpPr>
        <p:spPr>
          <a:xfrm>
            <a:off x="923400" y="1038875"/>
            <a:ext cx="8440200" cy="585000"/>
          </a:xfrm>
          <a:prstGeom prst="rect">
            <a:avLst/>
          </a:prstGeom>
          <a:noFill/>
          <a:ln>
            <a:noFill/>
          </a:ln>
        </p:spPr>
        <p:txBody>
          <a:bodyPr spcFirstLastPara="1" wrap="square" lIns="91425" tIns="91425" rIns="91425" bIns="91425" anchor="t" anchorCtr="0">
            <a:spAutoFit/>
          </a:bodyPr>
          <a:lstStyle/>
          <a:p/>
        </p:txBody>
      </p:sp>
      <p:sp>
        <p:nvSpPr>
          <p:cNvPr id="220" name="Google Shape;220;p37"/>
          <p:cNvSpPr txBox="1"/>
          <p:nvPr/>
        </p:nvSpPr>
        <p:spPr>
          <a:xfrm>
            <a:off x="923400" y="444025"/>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INTRAPERSONAL</a:t>
            </a:r>
            <a:endParaRPr sz="2600" b="1">
              <a:solidFill>
                <a:srgbClr val="434343"/>
              </a:solidFill>
              <a:latin typeface="Public Sans"/>
              <a:ea typeface="Public Sans"/>
              <a:cs typeface="Public Sans"/>
              <a:sym typeface="Public Sans"/>
            </a:endParaRPr>
          </a:p>
        </p:txBody>
      </p:sp>
      <p:sp>
        <p:nvSpPr>
          <p:cNvPr id="221" name="Google Shape;221;p37"/>
          <p:cNvSpPr txBox="1"/>
          <p:nvPr/>
        </p:nvSpPr>
        <p:spPr>
          <a:xfrm>
            <a:off x="7582650" y="444025"/>
            <a:ext cx="17811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MEDIA</a:t>
            </a:r>
            <a:endParaRPr sz="2600" b="1">
              <a:solidFill>
                <a:srgbClr val="434343"/>
              </a:solidFill>
              <a:latin typeface="Public Sans"/>
              <a:ea typeface="Public Sans"/>
              <a:cs typeface="Public Sans"/>
              <a:sym typeface="Public Sans"/>
            </a:endParaRPr>
          </a:p>
        </p:txBody>
      </p:sp>
      <p:sp>
        <p:nvSpPr>
          <p:cNvPr id="222" name="Google Shape;222;p37"/>
          <p:cNvSpPr txBox="1"/>
          <p:nvPr/>
        </p:nvSpPr>
        <p:spPr>
          <a:xfrm>
            <a:off x="923400" y="2371125"/>
            <a:ext cx="8440200" cy="585000"/>
          </a:xfrm>
          <a:prstGeom prst="rect">
            <a:avLst/>
          </a:prstGeom>
          <a:noFill/>
          <a:ln>
            <a:noFill/>
          </a:ln>
        </p:spPr>
        <p:txBody>
          <a:bodyPr spcFirstLastPara="1" wrap="square" lIns="91425" tIns="91425" rIns="91425" bIns="91425" anchor="t" anchorCtr="0">
            <a:spAutoFit/>
          </a:bodyPr>
          <a:lstStyle/>
          <a:p/>
        </p:txBody>
      </p:sp>
      <p:sp>
        <p:nvSpPr>
          <p:cNvPr id="223" name="Google Shape;223;p37"/>
          <p:cNvSpPr txBox="1"/>
          <p:nvPr/>
        </p:nvSpPr>
        <p:spPr>
          <a:xfrm>
            <a:off x="923400" y="1776275"/>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NATURALISTA</a:t>
            </a:r>
            <a:endParaRPr sz="2600" b="1">
              <a:solidFill>
                <a:srgbClr val="434343"/>
              </a:solidFill>
              <a:latin typeface="Public Sans"/>
              <a:ea typeface="Public Sans"/>
              <a:cs typeface="Public Sans"/>
              <a:sym typeface="Public Sans"/>
            </a:endParaRPr>
          </a:p>
        </p:txBody>
      </p:sp>
      <p:sp>
        <p:nvSpPr>
          <p:cNvPr id="224" name="Google Shape;224;p37"/>
          <p:cNvSpPr txBox="1"/>
          <p:nvPr/>
        </p:nvSpPr>
        <p:spPr>
          <a:xfrm>
            <a:off x="7582650" y="1776275"/>
            <a:ext cx="17811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MEDIA</a:t>
            </a:r>
            <a:endParaRPr sz="2600" b="1">
              <a:solidFill>
                <a:srgbClr val="434343"/>
              </a:solidFill>
              <a:latin typeface="Public Sans"/>
              <a:ea typeface="Public Sans"/>
              <a:cs typeface="Public Sans"/>
              <a:sym typeface="Public Sans"/>
            </a:endParaRPr>
          </a:p>
        </p:txBody>
      </p:sp>
      <p:sp>
        <p:nvSpPr>
          <p:cNvPr id="225" name="Google Shape;225;p37"/>
          <p:cNvSpPr txBox="1"/>
          <p:nvPr/>
        </p:nvSpPr>
        <p:spPr>
          <a:xfrm>
            <a:off x="923400" y="3773150"/>
            <a:ext cx="8440200" cy="585000"/>
          </a:xfrm>
          <a:prstGeom prst="rect">
            <a:avLst/>
          </a:prstGeom>
          <a:noFill/>
          <a:ln>
            <a:noFill/>
          </a:ln>
        </p:spPr>
        <p:txBody>
          <a:bodyPr spcFirstLastPara="1" wrap="square" lIns="91425" tIns="91425" rIns="91425" bIns="91425" anchor="t" anchorCtr="0">
            <a:spAutoFit/>
          </a:bodyPr>
          <a:lstStyle/>
          <a:p/>
        </p:txBody>
      </p:sp>
      <p:sp>
        <p:nvSpPr>
          <p:cNvPr id="226" name="Google Shape;226;p37"/>
          <p:cNvSpPr txBox="1"/>
          <p:nvPr/>
        </p:nvSpPr>
        <p:spPr>
          <a:xfrm>
            <a:off x="923400" y="3178300"/>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LINGÜÍSTICO-VERBAL</a:t>
            </a:r>
            <a:endParaRPr sz="2600" b="1">
              <a:solidFill>
                <a:srgbClr val="434343"/>
              </a:solidFill>
              <a:latin typeface="Public Sans"/>
              <a:ea typeface="Public Sans"/>
              <a:cs typeface="Public Sans"/>
              <a:sym typeface="Public Sans"/>
            </a:endParaRPr>
          </a:p>
        </p:txBody>
      </p:sp>
      <p:sp>
        <p:nvSpPr>
          <p:cNvPr id="227" name="Google Shape;227;p37"/>
          <p:cNvSpPr txBox="1"/>
          <p:nvPr/>
        </p:nvSpPr>
        <p:spPr>
          <a:xfrm>
            <a:off x="7582500" y="3178300"/>
            <a:ext cx="17811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MEDIA</a:t>
            </a:r>
            <a:endParaRPr sz="2600" b="1">
              <a:solidFill>
                <a:srgbClr val="434343"/>
              </a:solidFill>
              <a:latin typeface="Public Sans"/>
              <a:ea typeface="Public Sans"/>
              <a:cs typeface="Public Sans"/>
              <a:sym typeface="Public Sans"/>
            </a:endParaRPr>
          </a:p>
        </p:txBody>
      </p:sp>
      <p:sp>
        <p:nvSpPr>
          <p:cNvPr id="228" name="Google Shape;228;p37"/>
          <p:cNvSpPr txBox="1"/>
          <p:nvPr/>
        </p:nvSpPr>
        <p:spPr>
          <a:xfrm>
            <a:off x="923400" y="5288088"/>
            <a:ext cx="8440200" cy="585000"/>
          </a:xfrm>
          <a:prstGeom prst="rect">
            <a:avLst/>
          </a:prstGeom>
          <a:noFill/>
          <a:ln>
            <a:noFill/>
          </a:ln>
        </p:spPr>
        <p:txBody>
          <a:bodyPr spcFirstLastPara="1" wrap="square" lIns="91425" tIns="91425" rIns="91425" bIns="91425" anchor="t" anchorCtr="0">
            <a:spAutoFit/>
          </a:bodyPr>
          <a:lstStyle/>
          <a:p/>
        </p:txBody>
      </p:sp>
      <p:sp>
        <p:nvSpPr>
          <p:cNvPr id="229" name="Google Shape;229;p37"/>
          <p:cNvSpPr txBox="1"/>
          <p:nvPr/>
        </p:nvSpPr>
        <p:spPr>
          <a:xfrm>
            <a:off x="923400" y="4693250"/>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CORPORAL-KINESTÉSICA</a:t>
            </a:r>
            <a:endParaRPr sz="2600" b="1">
              <a:solidFill>
                <a:srgbClr val="434343"/>
              </a:solidFill>
              <a:latin typeface="Public Sans"/>
              <a:ea typeface="Public Sans"/>
              <a:cs typeface="Public Sans"/>
              <a:sym typeface="Public Sans"/>
            </a:endParaRPr>
          </a:p>
        </p:txBody>
      </p:sp>
      <p:sp>
        <p:nvSpPr>
          <p:cNvPr id="230" name="Google Shape;230;p37"/>
          <p:cNvSpPr txBox="1"/>
          <p:nvPr/>
        </p:nvSpPr>
        <p:spPr>
          <a:xfrm>
            <a:off x="7582500" y="4693250"/>
            <a:ext cx="17811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MEDIA</a:t>
            </a:r>
            <a:endParaRPr sz="2600" b="1">
              <a:solidFill>
                <a:srgbClr val="434343"/>
              </a:solidFill>
              <a:latin typeface="Public Sans"/>
              <a:ea typeface="Public Sans"/>
              <a:cs typeface="Public Sans"/>
              <a:sym typeface="Public Sans"/>
            </a:endParaRPr>
          </a:p>
        </p:txBody>
      </p:sp>
      <p:sp>
        <p:nvSpPr>
          <p:cNvPr id="231" name="Google Shape;231;p37"/>
          <p:cNvSpPr txBox="1"/>
          <p:nvPr/>
        </p:nvSpPr>
        <p:spPr>
          <a:xfrm>
            <a:off x="923400" y="6859488"/>
            <a:ext cx="8440200" cy="585000"/>
          </a:xfrm>
          <a:prstGeom prst="rect">
            <a:avLst/>
          </a:prstGeom>
          <a:noFill/>
          <a:ln>
            <a:noFill/>
          </a:ln>
        </p:spPr>
        <p:txBody>
          <a:bodyPr spcFirstLastPara="1" wrap="square" lIns="91425" tIns="91425" rIns="91425" bIns="91425" anchor="t" anchorCtr="0">
            <a:spAutoFit/>
          </a:bodyPr>
          <a:lstStyle/>
          <a:p/>
        </p:txBody>
      </p:sp>
      <p:sp>
        <p:nvSpPr>
          <p:cNvPr id="232" name="Google Shape;232;p37"/>
          <p:cNvSpPr txBox="1"/>
          <p:nvPr/>
        </p:nvSpPr>
        <p:spPr>
          <a:xfrm>
            <a:off x="923400" y="6264650"/>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LÓGICO-MATEMÁTICA</a:t>
            </a:r>
            <a:endParaRPr sz="2600" b="1">
              <a:solidFill>
                <a:srgbClr val="434343"/>
              </a:solidFill>
              <a:latin typeface="Public Sans"/>
              <a:ea typeface="Public Sans"/>
              <a:cs typeface="Public Sans"/>
              <a:sym typeface="Public Sans"/>
            </a:endParaRPr>
          </a:p>
        </p:txBody>
      </p:sp>
      <p:sp>
        <p:nvSpPr>
          <p:cNvPr id="233" name="Google Shape;233;p37"/>
          <p:cNvSpPr txBox="1"/>
          <p:nvPr/>
        </p:nvSpPr>
        <p:spPr>
          <a:xfrm>
            <a:off x="7582500" y="6264650"/>
            <a:ext cx="17811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BAJA</a:t>
            </a:r>
            <a:endParaRPr sz="2600" b="1">
              <a:solidFill>
                <a:srgbClr val="434343"/>
              </a:solidFill>
              <a:latin typeface="Public Sans"/>
              <a:ea typeface="Public Sans"/>
              <a:cs typeface="Public Sans"/>
              <a:sym typeface="Public Sans"/>
            </a:endParaRPr>
          </a:p>
        </p:txBody>
      </p:sp>
      <p:sp>
        <p:nvSpPr>
          <p:cNvPr id="234" name="Google Shape;234;p37"/>
          <p:cNvSpPr txBox="1"/>
          <p:nvPr/>
        </p:nvSpPr>
        <p:spPr>
          <a:xfrm>
            <a:off x="923400" y="8459113"/>
            <a:ext cx="8440200" cy="585000"/>
          </a:xfrm>
          <a:prstGeom prst="rect">
            <a:avLst/>
          </a:prstGeom>
          <a:noFill/>
          <a:ln>
            <a:noFill/>
          </a:ln>
        </p:spPr>
        <p:txBody>
          <a:bodyPr spcFirstLastPara="1" wrap="square" lIns="91425" tIns="91425" rIns="91425" bIns="91425" anchor="t" anchorCtr="0">
            <a:spAutoFit/>
          </a:bodyPr>
          <a:lstStyle/>
          <a:p/>
        </p:txBody>
      </p:sp>
      <p:sp>
        <p:nvSpPr>
          <p:cNvPr id="235" name="Google Shape;235;p37"/>
          <p:cNvSpPr txBox="1"/>
          <p:nvPr/>
        </p:nvSpPr>
        <p:spPr>
          <a:xfrm>
            <a:off x="923400" y="7864275"/>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INTERPERSONAL</a:t>
            </a:r>
            <a:endParaRPr sz="2600" b="1">
              <a:solidFill>
                <a:srgbClr val="434343"/>
              </a:solidFill>
              <a:latin typeface="Public Sans"/>
              <a:ea typeface="Public Sans"/>
              <a:cs typeface="Public Sans"/>
              <a:sym typeface="Public Sans"/>
            </a:endParaRPr>
          </a:p>
        </p:txBody>
      </p:sp>
      <p:sp>
        <p:nvSpPr>
          <p:cNvPr id="236" name="Google Shape;236;p37"/>
          <p:cNvSpPr txBox="1"/>
          <p:nvPr/>
        </p:nvSpPr>
        <p:spPr>
          <a:xfrm>
            <a:off x="7582650" y="7864275"/>
            <a:ext cx="17811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BAJA</a:t>
            </a:r>
            <a:endParaRPr sz="2600" b="1">
              <a:solidFill>
                <a:srgbClr val="434343"/>
              </a:solidFill>
              <a:latin typeface="Public Sans"/>
              <a:ea typeface="Public Sans"/>
              <a:cs typeface="Public Sans"/>
              <a:sym typeface="Public Sans"/>
            </a:endParaRPr>
          </a:p>
        </p:txBody>
      </p:sp>
      <p:sp>
        <p:nvSpPr>
          <p:cNvPr id="237" name="Google Shape;237;p37"/>
          <p:cNvSpPr txBox="1"/>
          <p:nvPr/>
        </p:nvSpPr>
        <p:spPr>
          <a:xfrm>
            <a:off x="923400" y="10058750"/>
            <a:ext cx="8440200" cy="585000"/>
          </a:xfrm>
          <a:prstGeom prst="rect">
            <a:avLst/>
          </a:prstGeom>
          <a:noFill/>
          <a:ln>
            <a:noFill/>
          </a:ln>
        </p:spPr>
        <p:txBody>
          <a:bodyPr spcFirstLastPara="1" wrap="square" lIns="91425" tIns="91425" rIns="91425" bIns="91425" anchor="t" anchorCtr="0">
            <a:spAutoFit/>
          </a:bodyPr>
          <a:lstStyle/>
          <a:p/>
        </p:txBody>
      </p:sp>
      <p:sp>
        <p:nvSpPr>
          <p:cNvPr id="238" name="Google Shape;238;p37"/>
          <p:cNvSpPr txBox="1"/>
          <p:nvPr/>
        </p:nvSpPr>
        <p:spPr>
          <a:xfrm>
            <a:off x="923400" y="9463900"/>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VISUAL-ESPACIAL</a:t>
            </a:r>
            <a:endParaRPr sz="2600" b="1">
              <a:solidFill>
                <a:srgbClr val="434343"/>
              </a:solidFill>
              <a:latin typeface="Public Sans"/>
              <a:ea typeface="Public Sans"/>
              <a:cs typeface="Public Sans"/>
              <a:sym typeface="Public Sans"/>
            </a:endParaRPr>
          </a:p>
        </p:txBody>
      </p:sp>
      <p:sp>
        <p:nvSpPr>
          <p:cNvPr id="239" name="Google Shape;239;p37"/>
          <p:cNvSpPr txBox="1"/>
          <p:nvPr/>
        </p:nvSpPr>
        <p:spPr>
          <a:xfrm>
            <a:off x="7582500" y="9463900"/>
            <a:ext cx="17811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BAJA</a:t>
            </a:r>
            <a:endParaRPr sz="2600" b="1">
              <a:solidFill>
                <a:srgbClr val="434343"/>
              </a:solidFill>
              <a:latin typeface="Public Sans"/>
              <a:ea typeface="Public Sans"/>
              <a:cs typeface="Public Sans"/>
              <a:sym typeface="Public Sans"/>
            </a:endParaRPr>
          </a:p>
        </p:txBody>
      </p:sp>
      <p:sp>
        <p:nvSpPr>
          <p:cNvPr id="240" name="Google Shape;240;p37"/>
          <p:cNvSpPr txBox="1"/>
          <p:nvPr/>
        </p:nvSpPr>
        <p:spPr>
          <a:xfrm>
            <a:off x="923400" y="11553250"/>
            <a:ext cx="8440200" cy="585000"/>
          </a:xfrm>
          <a:prstGeom prst="rect">
            <a:avLst/>
          </a:prstGeom>
          <a:noFill/>
          <a:ln>
            <a:noFill/>
          </a:ln>
        </p:spPr>
        <p:txBody>
          <a:bodyPr spcFirstLastPara="1" wrap="square" lIns="91425" tIns="91425" rIns="91425" bIns="91425" anchor="t" anchorCtr="0">
            <a:spAutoFit/>
          </a:bodyPr>
          <a:lstStyle/>
          <a:p/>
        </p:txBody>
      </p:sp>
      <p:sp>
        <p:nvSpPr>
          <p:cNvPr id="241" name="Google Shape;241;p37"/>
          <p:cNvSpPr txBox="1"/>
          <p:nvPr/>
        </p:nvSpPr>
        <p:spPr>
          <a:xfrm>
            <a:off x="923400" y="10958400"/>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MUSICAL</a:t>
            </a:r>
            <a:endParaRPr sz="2600" b="1">
              <a:solidFill>
                <a:srgbClr val="434343"/>
              </a:solidFill>
              <a:latin typeface="Public Sans"/>
              <a:ea typeface="Public Sans"/>
              <a:cs typeface="Public Sans"/>
              <a:sym typeface="Public Sans"/>
            </a:endParaRPr>
          </a:p>
        </p:txBody>
      </p:sp>
      <p:sp>
        <p:nvSpPr>
          <p:cNvPr id="242" name="Google Shape;242;p37"/>
          <p:cNvSpPr txBox="1"/>
          <p:nvPr/>
        </p:nvSpPr>
        <p:spPr>
          <a:xfrm>
            <a:off x="7582500" y="10958400"/>
            <a:ext cx="17811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BAJA</a:t>
            </a:r>
            <a:endParaRPr sz="2600" b="1">
              <a:solidFill>
                <a:srgbClr val="434343"/>
              </a:solidFill>
              <a:latin typeface="Public Sans"/>
              <a:ea typeface="Public Sans"/>
              <a:cs typeface="Public Sans"/>
              <a:sym typeface="Public Sans"/>
            </a:endParaRPr>
          </a:p>
        </p:txBody>
      </p:sp>
      <p:pic>
        <p:nvPicPr>
          <p:cNvPr id="243" name="Picture 242" descr="Presencia_MEDIA.png"/>
          <p:cNvPicPr>
            <a:picLocks noChangeAspect="1"/>
          </p:cNvPicPr>
          <p:nvPr/>
        </p:nvPicPr>
        <p:blipFill>
          <a:blip r:embed="rId4"/>
          <a:stretch>
            <a:fillRect/>
          </a:stretch>
        </p:blipFill>
        <p:spPr>
          <a:xfrm>
            <a:off x="923400" y="1038875"/>
            <a:ext cx="8440200" cy="585000"/>
          </a:xfrm>
          <a:prstGeom prst="rect">
            <a:avLst/>
          </a:prstGeom>
        </p:spPr>
      </p:pic>
      <p:pic>
        <p:nvPicPr>
          <p:cNvPr id="244" name="Picture 243" descr="Presencia_MEDIA.png"/>
          <p:cNvPicPr>
            <a:picLocks noChangeAspect="1"/>
          </p:cNvPicPr>
          <p:nvPr/>
        </p:nvPicPr>
        <p:blipFill>
          <a:blip r:embed="rId4"/>
          <a:stretch>
            <a:fillRect/>
          </a:stretch>
        </p:blipFill>
        <p:spPr>
          <a:xfrm>
            <a:off x="923400" y="2371125"/>
            <a:ext cx="8440200" cy="585000"/>
          </a:xfrm>
          <a:prstGeom prst="rect">
            <a:avLst/>
          </a:prstGeom>
        </p:spPr>
      </p:pic>
      <p:pic>
        <p:nvPicPr>
          <p:cNvPr id="245" name="Picture 244" descr="Presencia_MEDIA.png"/>
          <p:cNvPicPr>
            <a:picLocks noChangeAspect="1"/>
          </p:cNvPicPr>
          <p:nvPr/>
        </p:nvPicPr>
        <p:blipFill>
          <a:blip r:embed="rId4"/>
          <a:stretch>
            <a:fillRect/>
          </a:stretch>
        </p:blipFill>
        <p:spPr>
          <a:xfrm>
            <a:off x="923400" y="3773150"/>
            <a:ext cx="8440200" cy="585000"/>
          </a:xfrm>
          <a:prstGeom prst="rect">
            <a:avLst/>
          </a:prstGeom>
        </p:spPr>
      </p:pic>
      <p:pic>
        <p:nvPicPr>
          <p:cNvPr id="246" name="Picture 245" descr="Presencia_MEDIA.png"/>
          <p:cNvPicPr>
            <a:picLocks noChangeAspect="1"/>
          </p:cNvPicPr>
          <p:nvPr/>
        </p:nvPicPr>
        <p:blipFill>
          <a:blip r:embed="rId4"/>
          <a:stretch>
            <a:fillRect/>
          </a:stretch>
        </p:blipFill>
        <p:spPr>
          <a:xfrm>
            <a:off x="923400" y="5288088"/>
            <a:ext cx="8440200" cy="585000"/>
          </a:xfrm>
          <a:prstGeom prst="rect">
            <a:avLst/>
          </a:prstGeom>
        </p:spPr>
      </p:pic>
      <p:pic>
        <p:nvPicPr>
          <p:cNvPr id="247" name="Picture 246" descr="Presencia_BAJA.png"/>
          <p:cNvPicPr>
            <a:picLocks noChangeAspect="1"/>
          </p:cNvPicPr>
          <p:nvPr/>
        </p:nvPicPr>
        <p:blipFill>
          <a:blip r:embed="rId5"/>
          <a:stretch>
            <a:fillRect/>
          </a:stretch>
        </p:blipFill>
        <p:spPr>
          <a:xfrm>
            <a:off x="923400" y="6859488"/>
            <a:ext cx="8440200" cy="585000"/>
          </a:xfrm>
          <a:prstGeom prst="rect">
            <a:avLst/>
          </a:prstGeom>
        </p:spPr>
      </p:pic>
      <p:pic>
        <p:nvPicPr>
          <p:cNvPr id="248" name="Picture 247" descr="Presencia_BAJA.png"/>
          <p:cNvPicPr>
            <a:picLocks noChangeAspect="1"/>
          </p:cNvPicPr>
          <p:nvPr/>
        </p:nvPicPr>
        <p:blipFill>
          <a:blip r:embed="rId5"/>
          <a:stretch>
            <a:fillRect/>
          </a:stretch>
        </p:blipFill>
        <p:spPr>
          <a:xfrm>
            <a:off x="923400" y="8459113"/>
            <a:ext cx="8440200" cy="585000"/>
          </a:xfrm>
          <a:prstGeom prst="rect">
            <a:avLst/>
          </a:prstGeom>
        </p:spPr>
      </p:pic>
      <p:pic>
        <p:nvPicPr>
          <p:cNvPr id="249" name="Picture 248" descr="Presencia_BAJA.png"/>
          <p:cNvPicPr>
            <a:picLocks noChangeAspect="1"/>
          </p:cNvPicPr>
          <p:nvPr/>
        </p:nvPicPr>
        <p:blipFill>
          <a:blip r:embed="rId5"/>
          <a:stretch>
            <a:fillRect/>
          </a:stretch>
        </p:blipFill>
        <p:spPr>
          <a:xfrm>
            <a:off x="923400" y="10058750"/>
            <a:ext cx="8440200" cy="585000"/>
          </a:xfrm>
          <a:prstGeom prst="rect">
            <a:avLst/>
          </a:prstGeom>
        </p:spPr>
      </p:pic>
      <p:pic>
        <p:nvPicPr>
          <p:cNvPr id="250" name="Picture 249" descr="Presencia_BAJA.png"/>
          <p:cNvPicPr>
            <a:picLocks noChangeAspect="1"/>
          </p:cNvPicPr>
          <p:nvPr/>
        </p:nvPicPr>
        <p:blipFill>
          <a:blip r:embed="rId5"/>
          <a:stretch>
            <a:fillRect/>
          </a:stretch>
        </p:blipFill>
        <p:spPr>
          <a:xfrm>
            <a:off x="923400" y="11553250"/>
            <a:ext cx="8440200" cy="585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6"/>
        <p:cNvGrpSpPr/>
        <p:nvPr/>
      </p:nvGrpSpPr>
      <p:grpSpPr>
        <a:xfrm>
          <a:off x="0" y="0"/>
          <a:ext cx="0" cy="0"/>
          <a:chOff x="0" y="0"/>
          <a:chExt cx="0" cy="0"/>
        </a:xfrm>
      </p:grpSpPr>
      <p:sp>
        <p:nvSpPr>
          <p:cNvPr id="247" name="Google Shape;247;p38"/>
          <p:cNvSpPr txBox="1"/>
          <p:nvPr/>
        </p:nvSpPr>
        <p:spPr>
          <a:xfrm>
            <a:off x="1490300" y="1690925"/>
            <a:ext cx="55140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b="1">
                <a:solidFill>
                  <a:schemeClr val="dk1"/>
                </a:solidFill>
                <a:latin typeface="Public Sans"/>
                <a:ea typeface="Public Sans"/>
                <a:cs typeface="Public Sans"/>
                <a:sym typeface="Public Sans"/>
              </a:rPr>
              <a:t>INTRAPERSONAL</a:t>
            </a:r>
            <a:endParaRPr sz="3000" b="1">
              <a:solidFill>
                <a:schemeClr val="dk1"/>
              </a:solidFill>
              <a:latin typeface="Public Sans"/>
              <a:ea typeface="Public Sans"/>
              <a:cs typeface="Public Sans"/>
              <a:sym typeface="Public Sans"/>
            </a:endParaRPr>
          </a:p>
        </p:txBody>
      </p:sp>
      <p:sp>
        <p:nvSpPr>
          <p:cNvPr id="248" name="Google Shape;248;p38"/>
          <p:cNvSpPr txBox="1"/>
          <p:nvPr/>
        </p:nvSpPr>
        <p:spPr>
          <a:xfrm>
            <a:off x="6427775" y="3192225"/>
            <a:ext cx="2501100" cy="673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000" b="1" i="1" dirty="0">
                <a:solidFill>
                  <a:schemeClr val="dk1"/>
                </a:solidFill>
                <a:latin typeface="Public Sans"/>
                <a:ea typeface="Public Sans"/>
                <a:cs typeface="Public Sans"/>
                <a:sym typeface="Public Sans"/>
              </a:rPr>
              <a:t>MEDIA</a:t>
            </a:r>
            <a:endParaRPr sz="3000" b="1" i="1" dirty="0">
              <a:solidFill>
                <a:schemeClr val="dk1"/>
              </a:solidFill>
              <a:latin typeface="Public Sans"/>
              <a:ea typeface="Public Sans"/>
              <a:cs typeface="Public Sans"/>
              <a:sym typeface="Public Sans"/>
            </a:endParaRPr>
          </a:p>
        </p:txBody>
      </p:sp>
      <p:sp>
        <p:nvSpPr>
          <p:cNvPr id="249" name="Google Shape;249;p38"/>
          <p:cNvSpPr txBox="1"/>
          <p:nvPr/>
        </p:nvSpPr>
        <p:spPr>
          <a:xfrm>
            <a:off x="1457250" y="4256725"/>
            <a:ext cx="7232400" cy="4186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600">
                <a:solidFill>
                  <a:schemeClr val="dk1"/>
                </a:solidFill>
                <a:latin typeface="Public Sans"/>
                <a:ea typeface="Public Sans"/>
                <a:cs typeface="Public Sans"/>
                <a:sym typeface="Public Sans"/>
              </a:rPr>
              <a:t>Refleja una buena base para comprender los propios procesos internos, aunque no siempre se prioriza la introspección.
Puede desarrollarse con espacios de pausa, autoevaluación o diálogo interno, y es útil para tomar decisiones más conscientes.</a:t>
            </a:r>
            <a:endParaRPr sz="2600">
              <a:solidFill>
                <a:schemeClr val="dk1"/>
              </a:solidFill>
              <a:latin typeface="Public Sans Light"/>
              <a:ea typeface="Public Sans Light"/>
              <a:cs typeface="Public Sans Light"/>
              <a:sym typeface="Public Sans Light"/>
            </a:endParaRPr>
          </a:p>
        </p:txBody>
      </p:sp>
      <p:sp>
        <p:nvSpPr>
          <p:cNvPr id="250" name="Google Shape;250;p38"/>
          <p:cNvSpPr txBox="1"/>
          <p:nvPr/>
        </p:nvSpPr>
        <p:spPr>
          <a:xfrm>
            <a:off x="1490300" y="10073800"/>
            <a:ext cx="55140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b="1">
                <a:solidFill>
                  <a:schemeClr val="dk1"/>
                </a:solidFill>
                <a:latin typeface="Public Sans"/>
                <a:ea typeface="Public Sans"/>
                <a:cs typeface="Public Sans"/>
                <a:sym typeface="Public Sans"/>
              </a:rPr>
              <a:t>NATURALISTA</a:t>
            </a:r>
            <a:endParaRPr sz="3000" b="1">
              <a:solidFill>
                <a:schemeClr val="dk1"/>
              </a:solidFill>
              <a:latin typeface="Public Sans"/>
              <a:ea typeface="Public Sans"/>
              <a:cs typeface="Public Sans"/>
              <a:sym typeface="Public Sans"/>
            </a:endParaRPr>
          </a:p>
        </p:txBody>
      </p:sp>
      <p:sp>
        <p:nvSpPr>
          <p:cNvPr id="251" name="Google Shape;251;p38"/>
          <p:cNvSpPr txBox="1"/>
          <p:nvPr/>
        </p:nvSpPr>
        <p:spPr>
          <a:xfrm>
            <a:off x="6427775" y="11579150"/>
            <a:ext cx="2501100" cy="673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000" b="1" i="1" dirty="0">
                <a:solidFill>
                  <a:schemeClr val="dk1"/>
                </a:solidFill>
                <a:latin typeface="Public Sans"/>
                <a:ea typeface="Public Sans"/>
                <a:cs typeface="Public Sans"/>
                <a:sym typeface="Public Sans"/>
              </a:rPr>
              <a:t>MEDIA</a:t>
            </a:r>
            <a:endParaRPr sz="3000" b="1" i="1" dirty="0">
              <a:solidFill>
                <a:schemeClr val="dk1"/>
              </a:solidFill>
              <a:latin typeface="Public Sans"/>
              <a:ea typeface="Public Sans"/>
              <a:cs typeface="Public Sans"/>
              <a:sym typeface="Public Sans"/>
            </a:endParaRPr>
          </a:p>
        </p:txBody>
      </p:sp>
      <p:sp>
        <p:nvSpPr>
          <p:cNvPr id="252" name="Google Shape;252;p38"/>
          <p:cNvSpPr txBox="1"/>
          <p:nvPr/>
        </p:nvSpPr>
        <p:spPr>
          <a:xfrm>
            <a:off x="1457250" y="12715800"/>
            <a:ext cx="7232400" cy="4186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600">
                <a:solidFill>
                  <a:schemeClr val="dk1"/>
                </a:solidFill>
                <a:latin typeface="Public Sans"/>
                <a:ea typeface="Public Sans"/>
                <a:cs typeface="Public Sans"/>
                <a:sym typeface="Public Sans"/>
              </a:rPr>
              <a:t>Indica afinidad con la naturaleza y con el análisis de elementos del entorno, aunque no sea el aspecto más destacado del perfil.
Puede ser útil en actividades que requieran observación, exploración o pensamiento ambiental, sobre todo si se vincula a otros intereses.</a:t>
            </a:r>
            <a:endParaRPr sz="2600">
              <a:solidFill>
                <a:schemeClr val="dk1"/>
              </a:solidFill>
              <a:latin typeface="Public Sans Light"/>
              <a:ea typeface="Public Sans Light"/>
              <a:cs typeface="Public Sans Light"/>
              <a:sym typeface="Public Sans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6"/>
        <p:cNvGrpSpPr/>
        <p:nvPr/>
      </p:nvGrpSpPr>
      <p:grpSpPr>
        <a:xfrm>
          <a:off x="0" y="0"/>
          <a:ext cx="0" cy="0"/>
          <a:chOff x="0" y="0"/>
          <a:chExt cx="0" cy="0"/>
        </a:xfrm>
      </p:grpSpPr>
      <p:sp>
        <p:nvSpPr>
          <p:cNvPr id="257" name="Google Shape;257;p39"/>
          <p:cNvSpPr txBox="1"/>
          <p:nvPr/>
        </p:nvSpPr>
        <p:spPr>
          <a:xfrm>
            <a:off x="1490300" y="1614725"/>
            <a:ext cx="55140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b="1">
                <a:solidFill>
                  <a:schemeClr val="dk1"/>
                </a:solidFill>
                <a:latin typeface="Public Sans"/>
                <a:ea typeface="Public Sans"/>
                <a:cs typeface="Public Sans"/>
                <a:sym typeface="Public Sans"/>
              </a:rPr>
              <a:t>LINGÜÍSTICO-VERBAL</a:t>
            </a:r>
            <a:endParaRPr sz="3000" b="1">
              <a:solidFill>
                <a:schemeClr val="dk1"/>
              </a:solidFill>
              <a:latin typeface="Public Sans"/>
              <a:ea typeface="Public Sans"/>
              <a:cs typeface="Public Sans"/>
              <a:sym typeface="Public Sans"/>
            </a:endParaRPr>
          </a:p>
        </p:txBody>
      </p:sp>
      <p:sp>
        <p:nvSpPr>
          <p:cNvPr id="258" name="Google Shape;258;p39"/>
          <p:cNvSpPr txBox="1"/>
          <p:nvPr/>
        </p:nvSpPr>
        <p:spPr>
          <a:xfrm>
            <a:off x="6427775" y="3192225"/>
            <a:ext cx="2501100" cy="673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000" b="1" i="1" dirty="0">
                <a:solidFill>
                  <a:schemeClr val="dk1"/>
                </a:solidFill>
                <a:latin typeface="Public Sans"/>
                <a:ea typeface="Public Sans"/>
                <a:cs typeface="Public Sans"/>
                <a:sym typeface="Public Sans"/>
              </a:rPr>
              <a:t>MEDIA</a:t>
            </a:r>
            <a:endParaRPr sz="3000" b="1" i="1" dirty="0">
              <a:solidFill>
                <a:schemeClr val="dk1"/>
              </a:solidFill>
              <a:latin typeface="Public Sans"/>
              <a:ea typeface="Public Sans"/>
              <a:cs typeface="Public Sans"/>
              <a:sym typeface="Public Sans"/>
            </a:endParaRPr>
          </a:p>
        </p:txBody>
      </p:sp>
      <p:sp>
        <p:nvSpPr>
          <p:cNvPr id="259" name="Google Shape;259;p39"/>
          <p:cNvSpPr txBox="1"/>
          <p:nvPr/>
        </p:nvSpPr>
        <p:spPr>
          <a:xfrm>
            <a:off x="1457250" y="4256725"/>
            <a:ext cx="7232400" cy="4186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600">
                <a:solidFill>
                  <a:schemeClr val="dk1"/>
                </a:solidFill>
                <a:latin typeface="Public Sans"/>
                <a:ea typeface="Public Sans"/>
                <a:cs typeface="Public Sans"/>
                <a:sym typeface="Public Sans"/>
              </a:rPr>
              <a:t>Se observa un nivel adecuado de comprensión y uso del lenguaje, que puede adaptarse a diferentes contextos.
Aunque no es la principal fortaleza del perfil, puede funcionar bien si se ejercita con frecuencia, especialmente en actividades que impliquen leer, escribir o explicar con claridad.</a:t>
            </a:r>
            <a:endParaRPr sz="2600">
              <a:solidFill>
                <a:schemeClr val="dk1"/>
              </a:solidFill>
              <a:latin typeface="Public Sans Light"/>
              <a:ea typeface="Public Sans Light"/>
              <a:cs typeface="Public Sans Light"/>
              <a:sym typeface="Public Sans Light"/>
            </a:endParaRPr>
          </a:p>
        </p:txBody>
      </p:sp>
      <p:sp>
        <p:nvSpPr>
          <p:cNvPr id="260" name="Google Shape;260;p39"/>
          <p:cNvSpPr txBox="1"/>
          <p:nvPr/>
        </p:nvSpPr>
        <p:spPr>
          <a:xfrm>
            <a:off x="1490300" y="10073800"/>
            <a:ext cx="55140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b="1">
                <a:solidFill>
                  <a:schemeClr val="dk1"/>
                </a:solidFill>
                <a:latin typeface="Public Sans"/>
                <a:ea typeface="Public Sans"/>
                <a:cs typeface="Public Sans"/>
                <a:sym typeface="Public Sans"/>
              </a:rPr>
              <a:t>CORPORAL-KINESTÉSICA</a:t>
            </a:r>
            <a:endParaRPr sz="3000" b="1">
              <a:solidFill>
                <a:schemeClr val="dk1"/>
              </a:solidFill>
              <a:latin typeface="Public Sans"/>
              <a:ea typeface="Public Sans"/>
              <a:cs typeface="Public Sans"/>
              <a:sym typeface="Public Sans"/>
            </a:endParaRPr>
          </a:p>
        </p:txBody>
      </p:sp>
      <p:sp>
        <p:nvSpPr>
          <p:cNvPr id="261" name="Google Shape;261;p39"/>
          <p:cNvSpPr txBox="1"/>
          <p:nvPr/>
        </p:nvSpPr>
        <p:spPr>
          <a:xfrm>
            <a:off x="6427775" y="11579150"/>
            <a:ext cx="2501100" cy="673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000" b="1" i="1" dirty="0">
                <a:solidFill>
                  <a:schemeClr val="dk1"/>
                </a:solidFill>
                <a:latin typeface="Public Sans"/>
                <a:ea typeface="Public Sans"/>
                <a:cs typeface="Public Sans"/>
                <a:sym typeface="Public Sans"/>
              </a:rPr>
              <a:t>MEDIA</a:t>
            </a:r>
            <a:endParaRPr sz="3000" b="1" i="1" dirty="0">
              <a:solidFill>
                <a:schemeClr val="dk1"/>
              </a:solidFill>
              <a:latin typeface="Public Sans"/>
              <a:ea typeface="Public Sans"/>
              <a:cs typeface="Public Sans"/>
              <a:sym typeface="Public Sans"/>
            </a:endParaRPr>
          </a:p>
        </p:txBody>
      </p:sp>
      <p:sp>
        <p:nvSpPr>
          <p:cNvPr id="262" name="Google Shape;262;p39"/>
          <p:cNvSpPr txBox="1"/>
          <p:nvPr/>
        </p:nvSpPr>
        <p:spPr>
          <a:xfrm>
            <a:off x="1457250" y="12715800"/>
            <a:ext cx="7232400" cy="4186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600">
                <a:solidFill>
                  <a:schemeClr val="dk1"/>
                </a:solidFill>
                <a:latin typeface="Public Sans"/>
                <a:ea typeface="Public Sans"/>
                <a:cs typeface="Public Sans"/>
                <a:sym typeface="Public Sans"/>
              </a:rPr>
              <a:t>Muestra comodidad con el movimiento y el uso del cuerpo, aunque no sea el canal predominante.
Puede apoyar otras formas de aprendizaje, especialmente en actividades prácticas, deportivas o que involucren manipulación de materiales.</a:t>
            </a:r>
            <a:endParaRPr sz="2600">
              <a:solidFill>
                <a:schemeClr val="dk1"/>
              </a:solidFill>
              <a:latin typeface="Public Sans Light"/>
              <a:ea typeface="Public Sans Light"/>
              <a:cs typeface="Public Sans Light"/>
              <a:sym typeface="Public Sans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6"/>
        <p:cNvGrpSpPr/>
        <p:nvPr/>
      </p:nvGrpSpPr>
      <p:grpSpPr>
        <a:xfrm>
          <a:off x="0" y="0"/>
          <a:ext cx="0" cy="0"/>
          <a:chOff x="0" y="0"/>
          <a:chExt cx="0" cy="0"/>
        </a:xfrm>
      </p:grpSpPr>
      <p:sp>
        <p:nvSpPr>
          <p:cNvPr id="267" name="Google Shape;267;p40"/>
          <p:cNvSpPr txBox="1"/>
          <p:nvPr/>
        </p:nvSpPr>
        <p:spPr>
          <a:xfrm>
            <a:off x="1490300" y="1614725"/>
            <a:ext cx="55140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b="1">
                <a:solidFill>
                  <a:schemeClr val="dk1"/>
                </a:solidFill>
                <a:latin typeface="Public Sans"/>
                <a:ea typeface="Public Sans"/>
                <a:cs typeface="Public Sans"/>
                <a:sym typeface="Public Sans"/>
              </a:rPr>
              <a:t>LÓGICO-MATEMÁTICA</a:t>
            </a:r>
            <a:endParaRPr sz="3000" b="1">
              <a:solidFill>
                <a:schemeClr val="dk1"/>
              </a:solidFill>
              <a:latin typeface="Public Sans"/>
              <a:ea typeface="Public Sans"/>
              <a:cs typeface="Public Sans"/>
              <a:sym typeface="Public Sans"/>
            </a:endParaRPr>
          </a:p>
        </p:txBody>
      </p:sp>
      <p:sp>
        <p:nvSpPr>
          <p:cNvPr id="268" name="Google Shape;268;p40"/>
          <p:cNvSpPr txBox="1"/>
          <p:nvPr/>
        </p:nvSpPr>
        <p:spPr>
          <a:xfrm>
            <a:off x="6427775" y="3192225"/>
            <a:ext cx="2501100" cy="673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000" b="1" i="1" dirty="0">
                <a:solidFill>
                  <a:schemeClr val="dk1"/>
                </a:solidFill>
                <a:latin typeface="Public Sans"/>
                <a:ea typeface="Public Sans"/>
                <a:cs typeface="Public Sans"/>
                <a:sym typeface="Public Sans"/>
              </a:rPr>
              <a:t>BAJA</a:t>
            </a:r>
            <a:endParaRPr sz="3000" b="1" i="1" dirty="0">
              <a:solidFill>
                <a:schemeClr val="dk1"/>
              </a:solidFill>
              <a:latin typeface="Public Sans"/>
              <a:ea typeface="Public Sans"/>
              <a:cs typeface="Public Sans"/>
              <a:sym typeface="Public Sans"/>
            </a:endParaRPr>
          </a:p>
        </p:txBody>
      </p:sp>
      <p:sp>
        <p:nvSpPr>
          <p:cNvPr id="269" name="Google Shape;269;p40"/>
          <p:cNvSpPr txBox="1"/>
          <p:nvPr/>
        </p:nvSpPr>
        <p:spPr>
          <a:xfrm>
            <a:off x="1457250" y="4256725"/>
            <a:ext cx="7232400" cy="4186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600">
                <a:solidFill>
                  <a:schemeClr val="dk1"/>
                </a:solidFill>
                <a:latin typeface="Public Sans"/>
                <a:ea typeface="Public Sans"/>
                <a:cs typeface="Public Sans"/>
                <a:sym typeface="Public Sans"/>
              </a:rPr>
              <a:t>El pensamiento lógico o numérico no aparece como la vía más natural para aprender o resolver problemas.
Esto no representa una dificultad, sino una menor preferencia por estructuras rígidas o abstractas. Puede desarrollarse con práctica y en combinación con otros estilos.</a:t>
            </a:r>
            <a:endParaRPr sz="2600">
              <a:solidFill>
                <a:schemeClr val="dk1"/>
              </a:solidFill>
              <a:latin typeface="Public Sans Light"/>
              <a:ea typeface="Public Sans Light"/>
              <a:cs typeface="Public Sans Light"/>
              <a:sym typeface="Public Sans Light"/>
            </a:endParaRPr>
          </a:p>
        </p:txBody>
      </p:sp>
      <p:sp>
        <p:nvSpPr>
          <p:cNvPr id="270" name="Google Shape;270;p40"/>
          <p:cNvSpPr txBox="1"/>
          <p:nvPr/>
        </p:nvSpPr>
        <p:spPr>
          <a:xfrm>
            <a:off x="1490300" y="10073800"/>
            <a:ext cx="55140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b="1">
                <a:solidFill>
                  <a:schemeClr val="dk1"/>
                </a:solidFill>
                <a:latin typeface="Public Sans"/>
                <a:ea typeface="Public Sans"/>
                <a:cs typeface="Public Sans"/>
                <a:sym typeface="Public Sans"/>
              </a:rPr>
              <a:t>INTERPERSONAL</a:t>
            </a:r>
            <a:endParaRPr sz="3000" b="1">
              <a:solidFill>
                <a:schemeClr val="dk1"/>
              </a:solidFill>
              <a:latin typeface="Public Sans"/>
              <a:ea typeface="Public Sans"/>
              <a:cs typeface="Public Sans"/>
              <a:sym typeface="Public Sans"/>
            </a:endParaRPr>
          </a:p>
        </p:txBody>
      </p:sp>
      <p:sp>
        <p:nvSpPr>
          <p:cNvPr id="271" name="Google Shape;271;p40"/>
          <p:cNvSpPr txBox="1"/>
          <p:nvPr/>
        </p:nvSpPr>
        <p:spPr>
          <a:xfrm>
            <a:off x="6427775" y="11579150"/>
            <a:ext cx="2501100" cy="673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000" b="1" i="1" dirty="0">
                <a:solidFill>
                  <a:schemeClr val="dk1"/>
                </a:solidFill>
                <a:latin typeface="Public Sans"/>
                <a:ea typeface="Public Sans"/>
                <a:cs typeface="Public Sans"/>
                <a:sym typeface="Public Sans"/>
              </a:rPr>
              <a:t>BAJA</a:t>
            </a:r>
            <a:endParaRPr sz="3000" b="1" i="1" dirty="0">
              <a:solidFill>
                <a:schemeClr val="dk1"/>
              </a:solidFill>
              <a:latin typeface="Public Sans"/>
              <a:ea typeface="Public Sans"/>
              <a:cs typeface="Public Sans"/>
              <a:sym typeface="Public Sans"/>
            </a:endParaRPr>
          </a:p>
        </p:txBody>
      </p:sp>
      <p:sp>
        <p:nvSpPr>
          <p:cNvPr id="272" name="Google Shape;272;p40"/>
          <p:cNvSpPr txBox="1"/>
          <p:nvPr/>
        </p:nvSpPr>
        <p:spPr>
          <a:xfrm>
            <a:off x="1457250" y="12715800"/>
            <a:ext cx="7232400" cy="4186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600">
                <a:solidFill>
                  <a:schemeClr val="dk1"/>
                </a:solidFill>
                <a:latin typeface="Public Sans"/>
                <a:ea typeface="Public Sans"/>
                <a:cs typeface="Public Sans"/>
                <a:sym typeface="Public Sans"/>
              </a:rPr>
              <a:t>El contacto social constante no aparece como una fuente principal de motivación o aprendizaje.
Esto no implica falta de empatía, sino preferencia por entornos con menor exposición interpersonal. Puede activarse cuando el contexto lo requiere, como en tareas colaborativas.</a:t>
            </a:r>
            <a:endParaRPr sz="2600">
              <a:solidFill>
                <a:schemeClr val="dk1"/>
              </a:solidFill>
              <a:latin typeface="Public Sans Light"/>
              <a:ea typeface="Public Sans Light"/>
              <a:cs typeface="Public Sans Light"/>
              <a:sym typeface="Public Sans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6"/>
        <p:cNvGrpSpPr/>
        <p:nvPr/>
      </p:nvGrpSpPr>
      <p:grpSpPr>
        <a:xfrm>
          <a:off x="0" y="0"/>
          <a:ext cx="0" cy="0"/>
          <a:chOff x="0" y="0"/>
          <a:chExt cx="0" cy="0"/>
        </a:xfrm>
      </p:grpSpPr>
      <p:sp>
        <p:nvSpPr>
          <p:cNvPr id="277" name="Google Shape;277;p41"/>
          <p:cNvSpPr txBox="1"/>
          <p:nvPr/>
        </p:nvSpPr>
        <p:spPr>
          <a:xfrm>
            <a:off x="1490300" y="1614725"/>
            <a:ext cx="55140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b="1">
                <a:solidFill>
                  <a:schemeClr val="dk1"/>
                </a:solidFill>
                <a:latin typeface="Public Sans"/>
                <a:ea typeface="Public Sans"/>
                <a:cs typeface="Public Sans"/>
                <a:sym typeface="Public Sans"/>
              </a:rPr>
              <a:t>VISUAL-ESPACIAL</a:t>
            </a:r>
            <a:endParaRPr sz="3000" b="1">
              <a:solidFill>
                <a:schemeClr val="dk1"/>
              </a:solidFill>
              <a:latin typeface="Public Sans"/>
              <a:ea typeface="Public Sans"/>
              <a:cs typeface="Public Sans"/>
              <a:sym typeface="Public Sans"/>
            </a:endParaRPr>
          </a:p>
        </p:txBody>
      </p:sp>
      <p:sp>
        <p:nvSpPr>
          <p:cNvPr id="278" name="Google Shape;278;p41"/>
          <p:cNvSpPr txBox="1"/>
          <p:nvPr/>
        </p:nvSpPr>
        <p:spPr>
          <a:xfrm>
            <a:off x="6427775" y="3192225"/>
            <a:ext cx="2501100" cy="673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000" b="1" i="1" dirty="0">
                <a:solidFill>
                  <a:schemeClr val="dk1"/>
                </a:solidFill>
                <a:latin typeface="Public Sans"/>
                <a:ea typeface="Public Sans"/>
                <a:cs typeface="Public Sans"/>
                <a:sym typeface="Public Sans"/>
              </a:rPr>
              <a:t>BAJA</a:t>
            </a:r>
            <a:endParaRPr sz="3000" b="1" i="1" dirty="0">
              <a:solidFill>
                <a:schemeClr val="dk1"/>
              </a:solidFill>
              <a:latin typeface="Public Sans"/>
              <a:ea typeface="Public Sans"/>
              <a:cs typeface="Public Sans"/>
              <a:sym typeface="Public Sans"/>
            </a:endParaRPr>
          </a:p>
        </p:txBody>
      </p:sp>
      <p:sp>
        <p:nvSpPr>
          <p:cNvPr id="279" name="Google Shape;279;p41"/>
          <p:cNvSpPr txBox="1"/>
          <p:nvPr/>
        </p:nvSpPr>
        <p:spPr>
          <a:xfrm>
            <a:off x="1457250" y="4256725"/>
            <a:ext cx="7232400" cy="4186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600">
                <a:solidFill>
                  <a:schemeClr val="dk1"/>
                </a:solidFill>
                <a:latin typeface="Public Sans"/>
                <a:ea typeface="Public Sans"/>
                <a:cs typeface="Public Sans"/>
                <a:sym typeface="Public Sans"/>
              </a:rPr>
              <a:t>El pensamiento visual no aparece como forma principal de procesar información o resolver problemas.
Esto no implica dificultad, sino una menor preferencia por recursos gráficos o espaciales. Puede desarrollarse como apoyo si el contexto lo requiere.</a:t>
            </a:r>
            <a:endParaRPr sz="2600">
              <a:solidFill>
                <a:schemeClr val="dk1"/>
              </a:solidFill>
              <a:latin typeface="Public Sans Light"/>
              <a:ea typeface="Public Sans Light"/>
              <a:cs typeface="Public Sans Light"/>
              <a:sym typeface="Public Sans Light"/>
            </a:endParaRPr>
          </a:p>
        </p:txBody>
      </p:sp>
      <p:sp>
        <p:nvSpPr>
          <p:cNvPr id="280" name="Google Shape;280;p41"/>
          <p:cNvSpPr txBox="1"/>
          <p:nvPr/>
        </p:nvSpPr>
        <p:spPr>
          <a:xfrm>
            <a:off x="1490300" y="10073800"/>
            <a:ext cx="5514000" cy="673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b="1">
                <a:solidFill>
                  <a:schemeClr val="dk1"/>
                </a:solidFill>
                <a:latin typeface="Public Sans"/>
                <a:ea typeface="Public Sans"/>
                <a:cs typeface="Public Sans"/>
                <a:sym typeface="Public Sans"/>
              </a:rPr>
              <a:t>MUSICAL</a:t>
            </a:r>
            <a:endParaRPr sz="3000" b="1">
              <a:solidFill>
                <a:schemeClr val="dk1"/>
              </a:solidFill>
              <a:latin typeface="Public Sans"/>
              <a:ea typeface="Public Sans"/>
              <a:cs typeface="Public Sans"/>
              <a:sym typeface="Public Sans"/>
            </a:endParaRPr>
          </a:p>
        </p:txBody>
      </p:sp>
      <p:sp>
        <p:nvSpPr>
          <p:cNvPr id="281" name="Google Shape;281;p41"/>
          <p:cNvSpPr txBox="1"/>
          <p:nvPr/>
        </p:nvSpPr>
        <p:spPr>
          <a:xfrm>
            <a:off x="6427775" y="11579150"/>
            <a:ext cx="2501100" cy="6732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3000" b="1" i="1" dirty="0">
                <a:solidFill>
                  <a:schemeClr val="dk1"/>
                </a:solidFill>
                <a:latin typeface="Public Sans"/>
                <a:ea typeface="Public Sans"/>
                <a:cs typeface="Public Sans"/>
                <a:sym typeface="Public Sans"/>
              </a:rPr>
              <a:t>BAJA</a:t>
            </a:r>
            <a:endParaRPr sz="3000" b="1" i="1" dirty="0">
              <a:solidFill>
                <a:schemeClr val="dk1"/>
              </a:solidFill>
              <a:latin typeface="Public Sans"/>
              <a:ea typeface="Public Sans"/>
              <a:cs typeface="Public Sans"/>
              <a:sym typeface="Public Sans"/>
            </a:endParaRPr>
          </a:p>
        </p:txBody>
      </p:sp>
      <p:sp>
        <p:nvSpPr>
          <p:cNvPr id="282" name="Google Shape;282;p41"/>
          <p:cNvSpPr txBox="1"/>
          <p:nvPr/>
        </p:nvSpPr>
        <p:spPr>
          <a:xfrm>
            <a:off x="1457250" y="12715800"/>
            <a:ext cx="7232400" cy="4186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600">
                <a:solidFill>
                  <a:schemeClr val="dk1"/>
                </a:solidFill>
                <a:latin typeface="Public Sans"/>
                <a:ea typeface="Public Sans"/>
                <a:cs typeface="Public Sans"/>
                <a:sym typeface="Public Sans"/>
              </a:rPr>
              <a:t>La música no parece ser una vía natural de expresión, aprendizaje o motivación.
Esto no implica falta de gusto musical, sino que este tipo de estímulo no cumple un rol central en el modo de procesar o comunicar ideas.
</a:t>
            </a:r>
            <a:endParaRPr sz="2600">
              <a:solidFill>
                <a:schemeClr val="dk1"/>
              </a:solidFill>
              <a:latin typeface="Public Sans Light"/>
              <a:ea typeface="Public Sans Light"/>
              <a:cs typeface="Public Sans Light"/>
              <a:sym typeface="Public Sans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6"/>
        <p:cNvGrpSpPr/>
        <p:nvPr/>
      </p:nvGrpSpPr>
      <p:grpSpPr>
        <a:xfrm>
          <a:off x="0" y="0"/>
          <a:ext cx="0" cy="0"/>
          <a:chOff x="0" y="0"/>
          <a:chExt cx="0" cy="0"/>
        </a:xfrm>
      </p:grpSpPr>
      <p:sp>
        <p:nvSpPr>
          <p:cNvPr id="287" name="Google Shape;287;p42"/>
          <p:cNvSpPr txBox="1"/>
          <p:nvPr/>
        </p:nvSpPr>
        <p:spPr>
          <a:xfrm>
            <a:off x="999775" y="2776425"/>
            <a:ext cx="8406600" cy="567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2483" b="1">
                <a:solidFill>
                  <a:schemeClr val="dk1"/>
                </a:solidFill>
                <a:latin typeface="Public Sans"/>
                <a:ea typeface="Public Sans"/>
                <a:cs typeface="Public Sans"/>
                <a:sym typeface="Public Sans"/>
              </a:rPr>
              <a:t>CIENCIAS EXACTAS Y NATURALES</a:t>
            </a:r>
            <a:endParaRPr sz="3483">
              <a:solidFill>
                <a:schemeClr val="dk2"/>
              </a:solidFill>
            </a:endParaRPr>
          </a:p>
        </p:txBody>
      </p:sp>
      <p:sp>
        <p:nvSpPr>
          <p:cNvPr id="288" name="Google Shape;288;p42"/>
          <p:cNvSpPr txBox="1"/>
          <p:nvPr/>
        </p:nvSpPr>
        <p:spPr>
          <a:xfrm>
            <a:off x="966125" y="3434675"/>
            <a:ext cx="8406600" cy="567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83" b="1">
                <a:solidFill>
                  <a:schemeClr val="dk1"/>
                </a:solidFill>
                <a:latin typeface="Public Sans"/>
                <a:ea typeface="Public Sans"/>
                <a:cs typeface="Public Sans"/>
                <a:sym typeface="Public Sans"/>
              </a:rPr>
              <a:t>HUMANIDADES Y EDUCACIÓN</a:t>
            </a:r>
            <a:endParaRPr sz="3483">
              <a:solidFill>
                <a:schemeClr val="dk2"/>
              </a:solidFill>
            </a:endParaRPr>
          </a:p>
        </p:txBody>
      </p:sp>
      <p:sp>
        <p:nvSpPr>
          <p:cNvPr id="289" name="Google Shape;289;p42"/>
          <p:cNvSpPr txBox="1"/>
          <p:nvPr/>
        </p:nvSpPr>
        <p:spPr>
          <a:xfrm>
            <a:off x="966125" y="5299150"/>
            <a:ext cx="8406600" cy="567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83" b="1">
                <a:solidFill>
                  <a:schemeClr val="dk1"/>
                </a:solidFill>
                <a:latin typeface="Public Sans"/>
                <a:ea typeface="Public Sans"/>
                <a:cs typeface="Public Sans"/>
                <a:sym typeface="Public Sans"/>
              </a:rPr>
              <a:t>Licenciatura en Químico Farmacéutico Biólogo</a:t>
            </a:r>
            <a:endParaRPr sz="3483">
              <a:solidFill>
                <a:schemeClr val="dk2"/>
              </a:solidFill>
            </a:endParaRPr>
          </a:p>
        </p:txBody>
      </p:sp>
      <p:sp>
        <p:nvSpPr>
          <p:cNvPr id="290" name="Google Shape;290;p42"/>
          <p:cNvSpPr txBox="1"/>
          <p:nvPr/>
        </p:nvSpPr>
        <p:spPr>
          <a:xfrm>
            <a:off x="966125" y="6130050"/>
            <a:ext cx="8406600" cy="567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83" b="1">
                <a:solidFill>
                  <a:schemeClr val="dk1"/>
                </a:solidFill>
                <a:latin typeface="Public Sans"/>
                <a:ea typeface="Public Sans"/>
                <a:cs typeface="Public Sans"/>
                <a:sym typeface="Public Sans"/>
              </a:rPr>
              <a:t>Licenciatura en Pedagogía</a:t>
            </a:r>
            <a:endParaRPr sz="3483">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4"/>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8"/>
        <p:cNvGrpSpPr/>
        <p:nvPr/>
      </p:nvGrpSpPr>
      <p:grpSpPr>
        <a:xfrm>
          <a:off x="0" y="0"/>
          <a:ext cx="0" cy="0"/>
          <a:chOff x="0" y="0"/>
          <a:chExt cx="0" cy="0"/>
        </a:xfrm>
      </p:grpSpPr>
      <p:sp>
        <p:nvSpPr>
          <p:cNvPr id="299" name="Google Shape;299;p44"/>
          <p:cNvSpPr txBox="1"/>
          <p:nvPr/>
        </p:nvSpPr>
        <p:spPr>
          <a:xfrm>
            <a:off x="966125" y="6659150"/>
            <a:ext cx="8406600" cy="5105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2400">
                <a:solidFill>
                  <a:schemeClr val="dk1"/>
                </a:solidFill>
                <a:latin typeface="Public Sans"/>
                <a:ea typeface="Public Sans"/>
                <a:cs typeface="Public Sans"/>
                <a:sym typeface="Public Sans"/>
              </a:rPr>
              <a:t>Tus respuestas muestran que cuentas con algunas estrategias para organizar tu tiempo, aunque todavía puedes mejorar en aspectos como la constancia, la priorización de tareas o el manejo de distracciones. Pequeños cambios pueden ayudarte a avanzar con más claridad y menos presión.
Estás en un buen momento para fortalecer tus hábitos de organización y encontrar una rutina que se adapte a tu estilo de vida. Esto no solo te permitirá aprovechar mejor tu tiempo, sino también reducir el estrés y sentirte más enfocado/a.</a:t>
            </a:r>
            <a:endParaRPr sz="2410">
              <a:solidFill>
                <a:schemeClr val="dk1"/>
              </a:solidFill>
              <a:latin typeface="Public Sans"/>
              <a:ea typeface="Public Sans"/>
              <a:cs typeface="Public Sans"/>
              <a:sym typeface="Public Sans"/>
            </a:endParaRPr>
          </a:p>
        </p:txBody>
      </p:sp>
      <p:sp>
        <p:nvSpPr>
          <p:cNvPr id="300" name="Google Shape;300;p44"/>
          <p:cNvSpPr txBox="1"/>
          <p:nvPr/>
        </p:nvSpPr>
        <p:spPr>
          <a:xfrm>
            <a:off x="966125" y="13293225"/>
            <a:ext cx="8406600" cy="4060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400" b="1">
                <a:solidFill>
                  <a:schemeClr val="dk1"/>
                </a:solidFill>
                <a:latin typeface="Public Sans"/>
                <a:ea typeface="Public Sans"/>
                <a:cs typeface="Public Sans"/>
                <a:sym typeface="Public Sans"/>
              </a:rPr>
              <a:t>Elige un momento del día para revisar tus pendientes y ordenarlos por prioridad. Esta práctica puede ayudarte a tomar decisiones con mayor claridad y mantenerte motivado/a.</a:t>
            </a:r>
            <a:endParaRPr sz="2400" b="1">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None/>
            </a:pPr>
            <a:endParaRPr sz="2400">
              <a:solidFill>
                <a:schemeClr val="dk1"/>
              </a:solidFill>
              <a:latin typeface="Public Sans"/>
              <a:ea typeface="Public Sans"/>
              <a:cs typeface="Public Sans"/>
              <a:sym typeface="Public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4"/>
        <p:cNvGrpSpPr/>
        <p:nvPr/>
      </p:nvGrpSpPr>
      <p:grpSpPr>
        <a:xfrm>
          <a:off x="0" y="0"/>
          <a:ext cx="0" cy="0"/>
          <a:chOff x="0" y="0"/>
          <a:chExt cx="0" cy="0"/>
        </a:xfrm>
      </p:grpSpPr>
      <p:sp>
        <p:nvSpPr>
          <p:cNvPr id="305" name="Google Shape;305;p45"/>
          <p:cNvSpPr txBox="1"/>
          <p:nvPr/>
        </p:nvSpPr>
        <p:spPr>
          <a:xfrm>
            <a:off x="966125" y="6659150"/>
            <a:ext cx="8406600" cy="5105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2400">
                <a:solidFill>
                  <a:schemeClr val="dk1"/>
                </a:solidFill>
                <a:latin typeface="Public Sans"/>
                <a:ea typeface="Public Sans"/>
                <a:cs typeface="Public Sans"/>
                <a:sym typeface="Public Sans"/>
              </a:rPr>
              <a:t>Tus respuestas indican que tienes la intención de esforzarte y avanzar hacia tus metas, aunque en algunas ocasiones podrías perder el enfoque o cambiar de interés antes de terminar lo que empezaste.
Esto es algo común y tiene solución: con mayor claridad en tus objetivos y pequeñas rutinas de seguimiento, puedes fortalecer tu constancia.
Te encuentras en un buen momento para comenzar a construir hábitos que te ayuden a sostener tus proyectos en el tiempo y superar momentos de desánimo o distracción.
Con práctica y enfoque, es posible avanzar con más seguridad hacia lo que te propones.</a:t>
            </a:r>
            <a:endParaRPr sz="2410">
              <a:solidFill>
                <a:schemeClr val="dk1"/>
              </a:solidFill>
              <a:latin typeface="Public Sans"/>
              <a:ea typeface="Public Sans"/>
              <a:cs typeface="Public Sans"/>
              <a:sym typeface="Public Sans"/>
            </a:endParaRPr>
          </a:p>
        </p:txBody>
      </p:sp>
      <p:sp>
        <p:nvSpPr>
          <p:cNvPr id="306" name="Google Shape;306;p45"/>
          <p:cNvSpPr txBox="1"/>
          <p:nvPr/>
        </p:nvSpPr>
        <p:spPr>
          <a:xfrm>
            <a:off x="966125" y="13293225"/>
            <a:ext cx="8406600" cy="4060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400" b="1">
                <a:solidFill>
                  <a:schemeClr val="dk1"/>
                </a:solidFill>
                <a:latin typeface="Public Sans"/>
                <a:ea typeface="Public Sans"/>
                <a:cs typeface="Public Sans"/>
                <a:sym typeface="Public Sans"/>
              </a:rPr>
              <a:t>Cuando empieces algo importante, anota por qué lo haces y qué te gustaría lograr.
Tener presente ese propósito puede ayudarte a seguir adelante, incluso cuando aparezcan obstáculos en el camino.</a:t>
            </a:r>
            <a:endParaRPr sz="2400" b="1">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None/>
            </a:pPr>
            <a:endParaRPr sz="2400">
              <a:solidFill>
                <a:schemeClr val="dk1"/>
              </a:solidFill>
              <a:latin typeface="Public Sans"/>
              <a:ea typeface="Public Sans"/>
              <a:cs typeface="Public Sans"/>
              <a:sym typeface="Public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0"/>
        <p:cNvGrpSpPr/>
        <p:nvPr/>
      </p:nvGrpSpPr>
      <p:grpSpPr>
        <a:xfrm>
          <a:off x="0" y="0"/>
          <a:ext cx="0" cy="0"/>
          <a:chOff x="0" y="0"/>
          <a:chExt cx="0" cy="0"/>
        </a:xfrm>
      </p:grpSpPr>
      <p:sp>
        <p:nvSpPr>
          <p:cNvPr id="311" name="Google Shape;311;p46"/>
          <p:cNvSpPr txBox="1"/>
          <p:nvPr/>
        </p:nvSpPr>
        <p:spPr>
          <a:xfrm>
            <a:off x="966125" y="6659150"/>
            <a:ext cx="8406600" cy="5105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2400">
                <a:solidFill>
                  <a:schemeClr val="dk1"/>
                </a:solidFill>
                <a:latin typeface="Public Sans"/>
                <a:ea typeface="Public Sans"/>
                <a:cs typeface="Public Sans"/>
                <a:sym typeface="Public Sans"/>
              </a:rPr>
              <a:t>Tus respuestas reflejan que podrías estar enfrentando dificultades para organizarte, encontrar una forma efectiva de estudiar o mantener la motivación. Es posible que no tengas del todo claro cómo prepararte o que te cueste aplicar técnicas que realmente te sean útiles.
La buena noticia es que los hábitos y las estrategias de estudio se pueden aprender y mejorar con el tiempo. Lo más importante es empezar con pasos simples y ser constante.
</a:t>
            </a:r>
            <a:endParaRPr sz="2410">
              <a:solidFill>
                <a:schemeClr val="dk1"/>
              </a:solidFill>
              <a:latin typeface="Public Sans"/>
              <a:ea typeface="Public Sans"/>
              <a:cs typeface="Public Sans"/>
              <a:sym typeface="Public Sans"/>
            </a:endParaRPr>
          </a:p>
        </p:txBody>
      </p:sp>
      <p:sp>
        <p:nvSpPr>
          <p:cNvPr id="312" name="Google Shape;312;p46"/>
          <p:cNvSpPr txBox="1"/>
          <p:nvPr/>
        </p:nvSpPr>
        <p:spPr>
          <a:xfrm>
            <a:off x="966125" y="13293225"/>
            <a:ext cx="8406600" cy="4060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400" b="1">
                <a:solidFill>
                  <a:schemeClr val="dk1"/>
                </a:solidFill>
                <a:latin typeface="Public Sans"/>
                <a:ea typeface="Public Sans"/>
                <a:cs typeface="Public Sans"/>
                <a:sym typeface="Public Sans"/>
              </a:rPr>
              <a:t>Intenta comenzar cada sesión de estudio con un objetivo claro. Por ejemplo: “Hoy voy a entender este concepto y hacer un resumen corto”. Tener metas pequeñas y concretas puede ayudarte a avanzar con más seguridad.</a:t>
            </a:r>
            <a:endParaRPr sz="2400" b="1">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None/>
            </a:pPr>
            <a:endParaRPr sz="2400">
              <a:solidFill>
                <a:schemeClr val="dk1"/>
              </a:solidFill>
              <a:latin typeface="Public Sans"/>
              <a:ea typeface="Public Sans"/>
              <a:cs typeface="Public Sans"/>
              <a:sym typeface="Public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6"/>
        <p:cNvGrpSpPr/>
        <p:nvPr/>
      </p:nvGrpSpPr>
      <p:grpSpPr>
        <a:xfrm>
          <a:off x="0" y="0"/>
          <a:ext cx="0" cy="0"/>
          <a:chOff x="0" y="0"/>
          <a:chExt cx="0" cy="0"/>
        </a:xfrm>
      </p:grpSpPr>
      <p:sp>
        <p:nvSpPr>
          <p:cNvPr id="317" name="Google Shape;317;p47"/>
          <p:cNvSpPr txBox="1"/>
          <p:nvPr/>
        </p:nvSpPr>
        <p:spPr>
          <a:xfrm>
            <a:off x="966125" y="6659150"/>
            <a:ext cx="8406600" cy="5105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2400">
                <a:solidFill>
                  <a:schemeClr val="dk1"/>
                </a:solidFill>
                <a:latin typeface="Public Sans"/>
                <a:ea typeface="Public Sans"/>
                <a:cs typeface="Public Sans"/>
                <a:sym typeface="Public Sans"/>
              </a:rPr>
              <a:t>Tienes varias herramientas emocionales que ya pones en práctica en muchas situaciones.
En varios momentos logras actuar con empatía, reconocer lo que sientes y tomar decisiones adecuadas.
Sin embargo, puede que en ciertas ocasiones todavía te cueste manejar emociones intensas o expresar con claridad lo que te afecta.
Estás en un buen momento para seguir fortaleciendo tu inteligencia emocional. Con un poco más de práctica y autoconocimiento, puedes avanzar hacia una gestión emocional más equilibrada y consciente.</a:t>
            </a:r>
            <a:endParaRPr sz="2410">
              <a:solidFill>
                <a:schemeClr val="dk1"/>
              </a:solidFill>
              <a:latin typeface="Public Sans"/>
              <a:ea typeface="Public Sans"/>
              <a:cs typeface="Public Sans"/>
              <a:sym typeface="Public Sans"/>
            </a:endParaRPr>
          </a:p>
        </p:txBody>
      </p:sp>
      <p:sp>
        <p:nvSpPr>
          <p:cNvPr id="318" name="Google Shape;318;p47"/>
          <p:cNvSpPr txBox="1"/>
          <p:nvPr/>
        </p:nvSpPr>
        <p:spPr>
          <a:xfrm>
            <a:off x="966125" y="13293225"/>
            <a:ext cx="8406600" cy="4060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400" b="1">
                <a:solidFill>
                  <a:schemeClr val="dk1"/>
                </a:solidFill>
                <a:latin typeface="Public Sans"/>
                <a:ea typeface="Public Sans"/>
                <a:cs typeface="Public Sans"/>
                <a:sym typeface="Public Sans"/>
              </a:rPr>
              <a:t>Empieza por identificar en qué momentos tus emociones se vuelven más difíciles de manejar.
Detectar esos patrones es el primer paso para comprender mejor tus reacciones y trabajar en estrategias que te ayuden a responder de forma más consciente y efectiva.</a:t>
            </a:r>
            <a:endParaRPr sz="2400" b="1">
              <a:solidFill>
                <a:schemeClr val="dk1"/>
              </a:solidFill>
              <a:latin typeface="Public Sans"/>
              <a:ea typeface="Public Sans"/>
              <a:cs typeface="Public Sans"/>
              <a:sym typeface="Public Sans"/>
            </a:endParaRPr>
          </a:p>
          <a:p>
            <a:pPr marL="0" lvl="0" indent="0" algn="l" rtl="0">
              <a:lnSpc>
                <a:spcPct val="115000"/>
              </a:lnSpc>
              <a:spcBef>
                <a:spcPts val="0"/>
              </a:spcBef>
              <a:spcAft>
                <a:spcPts val="0"/>
              </a:spcAft>
              <a:buNone/>
            </a:pPr>
            <a:endParaRPr sz="2400">
              <a:solidFill>
                <a:schemeClr val="dk1"/>
              </a:solidFill>
              <a:latin typeface="Public Sans"/>
              <a:ea typeface="Public Sans"/>
              <a:cs typeface="Public Sans"/>
              <a:sym typeface="Public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2"/>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6"/>
        <p:cNvGrpSpPr/>
        <p:nvPr/>
      </p:nvGrpSpPr>
      <p:grpSpPr>
        <a:xfrm>
          <a:off x="0" y="0"/>
          <a:ext cx="0" cy="0"/>
          <a:chOff x="0" y="0"/>
          <a:chExt cx="0" cy="0"/>
        </a:xfrm>
      </p:grpSpPr>
      <p:sp>
        <p:nvSpPr>
          <p:cNvPr id="327" name="Google Shape;327;p49"/>
          <p:cNvSpPr txBox="1"/>
          <p:nvPr/>
        </p:nvSpPr>
        <p:spPr>
          <a:xfrm>
            <a:off x="1454150" y="12785750"/>
            <a:ext cx="7232400" cy="41313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600">
                <a:solidFill>
                  <a:schemeClr val="dk1"/>
                </a:solidFill>
                <a:latin typeface="Archivo"/>
                <a:ea typeface="Archivo"/>
                <a:cs typeface="Archivo"/>
                <a:sym typeface="Archivo"/>
              </a:rPr>
              <a:t>Relacionar ideas abstractas o interpretar patrones visuales puede ser más desafiante.
Puede desarrollarse con ejercicios guiados que estimulen la observación y el pensamiento lateral.</a:t>
            </a:r>
            <a:endParaRPr sz="2600">
              <a:solidFill>
                <a:schemeClr val="dk1"/>
              </a:solidFill>
              <a:latin typeface="Archivo Light"/>
              <a:ea typeface="Archivo Light"/>
              <a:cs typeface="Archivo Light"/>
              <a:sym typeface="Archivo Light"/>
            </a:endParaRPr>
          </a:p>
        </p:txBody>
      </p:sp>
      <p:cxnSp>
        <p:nvCxnSpPr>
          <p:cNvPr id="328" name="Google Shape;328;p49"/>
          <p:cNvCxnSpPr/>
          <p:nvPr/>
        </p:nvCxnSpPr>
        <p:spPr>
          <a:xfrm>
            <a:off x="1518125" y="17315325"/>
            <a:ext cx="7173600" cy="0"/>
          </a:xfrm>
          <a:prstGeom prst="straightConnector1">
            <a:avLst/>
          </a:prstGeom>
          <a:noFill/>
          <a:ln w="9525" cap="flat" cmpd="sng">
            <a:solidFill>
              <a:schemeClr val="dk2"/>
            </a:solidFill>
            <a:prstDash val="solid"/>
            <a:round/>
            <a:headEnd type="none" w="med" len="med"/>
            <a:tailEnd type="none" w="med" len="med"/>
          </a:ln>
        </p:spPr>
      </p:cxnSp>
      <p:sp>
        <p:nvSpPr>
          <p:cNvPr id="329" name="Google Shape;329;p49"/>
          <p:cNvSpPr txBox="1"/>
          <p:nvPr/>
        </p:nvSpPr>
        <p:spPr>
          <a:xfrm>
            <a:off x="1460275" y="11802175"/>
            <a:ext cx="7232400" cy="661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3000" b="1">
                <a:solidFill>
                  <a:schemeClr val="dk1"/>
                </a:solidFill>
                <a:latin typeface="Archivo"/>
                <a:ea typeface="Archivo"/>
                <a:cs typeface="Archivo"/>
                <a:sym typeface="Archivo"/>
              </a:rPr>
              <a:t>BAJO</a:t>
            </a:r>
            <a:endParaRPr sz="3000" b="1">
              <a:solidFill>
                <a:schemeClr val="dk1"/>
              </a:solidFill>
              <a:latin typeface="Archivo"/>
              <a:ea typeface="Archivo"/>
              <a:cs typeface="Archivo"/>
              <a:sym typeface="Archiv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3"/>
        <p:cNvGrpSpPr/>
        <p:nvPr/>
      </p:nvGrpSpPr>
      <p:grpSpPr>
        <a:xfrm>
          <a:off x="0" y="0"/>
          <a:ext cx="0" cy="0"/>
          <a:chOff x="0" y="0"/>
          <a:chExt cx="0" cy="0"/>
        </a:xfrm>
      </p:grpSpPr>
      <p:sp>
        <p:nvSpPr>
          <p:cNvPr id="334" name="Google Shape;334;p50"/>
          <p:cNvSpPr txBox="1"/>
          <p:nvPr/>
        </p:nvSpPr>
        <p:spPr>
          <a:xfrm>
            <a:off x="1460263" y="12758350"/>
            <a:ext cx="7232400" cy="41313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600">
                <a:solidFill>
                  <a:schemeClr val="dk1"/>
                </a:solidFill>
                <a:latin typeface="Archivo"/>
                <a:ea typeface="Archivo"/>
                <a:cs typeface="Archivo"/>
                <a:sym typeface="Archivo"/>
              </a:rPr>
              <a:t>Comprender textos extensos o con lenguaje complejo puede representar una dificultad.
Se recomienda usar estrategias como subrayado, lectura guiada o esquemas para facilitar la interpretación.</a:t>
            </a:r>
            <a:endParaRPr sz="2600">
              <a:solidFill>
                <a:schemeClr val="dk1"/>
              </a:solidFill>
              <a:latin typeface="Archivo Light"/>
              <a:ea typeface="Archivo Light"/>
              <a:cs typeface="Archivo Light"/>
              <a:sym typeface="Archivo Light"/>
            </a:endParaRPr>
          </a:p>
        </p:txBody>
      </p:sp>
      <p:cxnSp>
        <p:nvCxnSpPr>
          <p:cNvPr id="335" name="Google Shape;335;p50"/>
          <p:cNvCxnSpPr/>
          <p:nvPr/>
        </p:nvCxnSpPr>
        <p:spPr>
          <a:xfrm>
            <a:off x="1524238" y="17287925"/>
            <a:ext cx="7173600" cy="0"/>
          </a:xfrm>
          <a:prstGeom prst="straightConnector1">
            <a:avLst/>
          </a:prstGeom>
          <a:noFill/>
          <a:ln w="9525" cap="flat" cmpd="sng">
            <a:solidFill>
              <a:schemeClr val="dk2"/>
            </a:solidFill>
            <a:prstDash val="solid"/>
            <a:round/>
            <a:headEnd type="none" w="med" len="med"/>
            <a:tailEnd type="none" w="med" len="med"/>
          </a:ln>
        </p:spPr>
      </p:cxnSp>
      <p:sp>
        <p:nvSpPr>
          <p:cNvPr id="336" name="Google Shape;336;p50"/>
          <p:cNvSpPr txBox="1"/>
          <p:nvPr/>
        </p:nvSpPr>
        <p:spPr>
          <a:xfrm>
            <a:off x="1454150" y="4352650"/>
            <a:ext cx="7232400" cy="41313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600">
                <a:solidFill>
                  <a:schemeClr val="dk1"/>
                </a:solidFill>
                <a:latin typeface="Archivo"/>
                <a:ea typeface="Archivo"/>
                <a:cs typeface="Archivo"/>
                <a:sym typeface="Archivo"/>
              </a:rPr>
              <a:t>Los problemas numéricos o las operaciones complejas pueden requerir apoyo adicional.
Con ejercicios guiados y técnicas paso a paso, esta habilidad puede desarrollarse progresivamente.</a:t>
            </a:r>
            <a:endParaRPr sz="2600">
              <a:solidFill>
                <a:schemeClr val="dk1"/>
              </a:solidFill>
              <a:latin typeface="Archivo Light"/>
              <a:ea typeface="Archivo Light"/>
              <a:cs typeface="Archivo Light"/>
              <a:sym typeface="Archivo Light"/>
            </a:endParaRPr>
          </a:p>
        </p:txBody>
      </p:sp>
      <p:cxnSp>
        <p:nvCxnSpPr>
          <p:cNvPr id="337" name="Google Shape;337;p50"/>
          <p:cNvCxnSpPr/>
          <p:nvPr/>
        </p:nvCxnSpPr>
        <p:spPr>
          <a:xfrm>
            <a:off x="1518125" y="8882225"/>
            <a:ext cx="7173600" cy="0"/>
          </a:xfrm>
          <a:prstGeom prst="straightConnector1">
            <a:avLst/>
          </a:prstGeom>
          <a:noFill/>
          <a:ln w="9525" cap="flat" cmpd="sng">
            <a:solidFill>
              <a:schemeClr val="dk2"/>
            </a:solidFill>
            <a:prstDash val="solid"/>
            <a:round/>
            <a:headEnd type="none" w="med" len="med"/>
            <a:tailEnd type="none" w="med" len="med"/>
          </a:ln>
        </p:spPr>
      </p:cxnSp>
      <p:sp>
        <p:nvSpPr>
          <p:cNvPr id="338" name="Google Shape;338;p50"/>
          <p:cNvSpPr txBox="1"/>
          <p:nvPr/>
        </p:nvSpPr>
        <p:spPr>
          <a:xfrm>
            <a:off x="1460275" y="3369075"/>
            <a:ext cx="7232400" cy="661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3000" b="1">
                <a:solidFill>
                  <a:schemeClr val="dk1"/>
                </a:solidFill>
                <a:latin typeface="Archivo"/>
                <a:ea typeface="Archivo"/>
                <a:cs typeface="Archivo"/>
                <a:sym typeface="Archivo"/>
              </a:rPr>
              <a:t>&lt;&lt;Nivel Numérico&gt;&gt;</a:t>
            </a:r>
            <a:endParaRPr sz="3000" b="1">
              <a:solidFill>
                <a:schemeClr val="dk1"/>
              </a:solidFill>
              <a:latin typeface="Archivo"/>
              <a:ea typeface="Archivo"/>
              <a:cs typeface="Archivo"/>
              <a:sym typeface="Archivo"/>
            </a:endParaRPr>
          </a:p>
        </p:txBody>
      </p:sp>
      <p:sp>
        <p:nvSpPr>
          <p:cNvPr id="339" name="Google Shape;339;p50"/>
          <p:cNvSpPr txBox="1"/>
          <p:nvPr/>
        </p:nvSpPr>
        <p:spPr>
          <a:xfrm>
            <a:off x="1460275" y="11774775"/>
            <a:ext cx="7232400" cy="661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3000" b="1">
                <a:solidFill>
                  <a:schemeClr val="dk1"/>
                </a:solidFill>
                <a:latin typeface="Archivo"/>
                <a:ea typeface="Archivo"/>
                <a:cs typeface="Archivo"/>
                <a:sym typeface="Archivo"/>
              </a:rPr>
              <a:t>BAJO</a:t>
            </a:r>
            <a:endParaRPr sz="3000" b="1">
              <a:solidFill>
                <a:schemeClr val="dk1"/>
              </a:solidFill>
              <a:latin typeface="Archivo"/>
              <a:ea typeface="Archivo"/>
              <a:cs typeface="Archivo"/>
              <a:sym typeface="Archiv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3"/>
        <p:cNvGrpSpPr/>
        <p:nvPr/>
      </p:nvGrpSpPr>
      <p:grpSpPr>
        <a:xfrm>
          <a:off x="0" y="0"/>
          <a:ext cx="0" cy="0"/>
          <a:chOff x="0" y="0"/>
          <a:chExt cx="0" cy="0"/>
        </a:xfrm>
      </p:grpSpPr>
      <p:sp>
        <p:nvSpPr>
          <p:cNvPr id="344" name="Google Shape;344;p51"/>
          <p:cNvSpPr txBox="1"/>
          <p:nvPr/>
        </p:nvSpPr>
        <p:spPr>
          <a:xfrm>
            <a:off x="852657" y="1832150"/>
            <a:ext cx="8357400" cy="591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35"/>
              <a:buNone/>
            </a:pPr>
            <a:r>
              <a:rPr lang="en" sz="2610" i="1">
                <a:solidFill>
                  <a:schemeClr val="dk1"/>
                </a:solidFill>
                <a:latin typeface="Archivo"/>
                <a:ea typeface="Archivo"/>
                <a:cs typeface="Archivo"/>
                <a:sym typeface="Archivo"/>
              </a:rPr>
              <a:t>&lt;&lt;Balance cognitivas&gt;&gt;</a:t>
            </a:r>
            <a:endParaRPr sz="2610" i="1">
              <a:solidFill>
                <a:schemeClr val="dk1"/>
              </a:solidFill>
              <a:latin typeface="Archivo"/>
              <a:ea typeface="Archivo"/>
              <a:cs typeface="Archivo"/>
              <a:sym typeface="Archivo"/>
            </a:endParaRPr>
          </a:p>
          <a:p>
            <a:pPr marL="0" lvl="0" indent="0" algn="l" rtl="0">
              <a:lnSpc>
                <a:spcPct val="115000"/>
              </a:lnSpc>
              <a:spcBef>
                <a:spcPts val="0"/>
              </a:spcBef>
              <a:spcAft>
                <a:spcPts val="0"/>
              </a:spcAft>
              <a:buSzPts val="935"/>
              <a:buNone/>
            </a:pPr>
            <a:endParaRPr sz="2610" i="1">
              <a:solidFill>
                <a:schemeClr val="dk1"/>
              </a:solidFill>
              <a:latin typeface="Archivo"/>
              <a:ea typeface="Archivo"/>
              <a:cs typeface="Archivo"/>
              <a:sym typeface="Archivo"/>
            </a:endParaRPr>
          </a:p>
        </p:txBody>
      </p:sp>
      <p:sp>
        <p:nvSpPr>
          <p:cNvPr id="345" name="Google Shape;345;p51"/>
          <p:cNvSpPr txBox="1"/>
          <p:nvPr/>
        </p:nvSpPr>
        <p:spPr>
          <a:xfrm>
            <a:off x="852657" y="3025950"/>
            <a:ext cx="8357400" cy="6392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35"/>
              <a:buNone/>
            </a:pPr>
            <a:r>
              <a:rPr lang="en" sz="2410">
                <a:solidFill>
                  <a:schemeClr val="dk1"/>
                </a:solidFill>
                <a:latin typeface="Archivo"/>
                <a:ea typeface="Archivo"/>
                <a:cs typeface="Archivo"/>
                <a:sym typeface="Archivo"/>
              </a:rPr>
              <a:t>Tus resultados indican que algunas de las habilidades cognitivas evaluadas podrían necesitar más práctica, apoyo o estrategias específicas para desarrollarse.
Esto no invalida las opciones vocacionales que te sugerimos. Al contrario, nos permite identificar qué tipo de acompañamiento o entorno puede ayudarte a avanzar con más seguridad.
Las carreras recomendadas consideran no solo tus intereses y forma de ser, sino también entornos donde podés crecer a tu ritmo y potenciar tu aprendizaje con el apoyo adecuado.</a:t>
            </a:r>
            <a:endParaRPr sz="2410">
              <a:solidFill>
                <a:schemeClr val="dk1"/>
              </a:solidFill>
              <a:latin typeface="Archivo"/>
              <a:ea typeface="Archivo"/>
              <a:cs typeface="Archivo"/>
              <a:sym typeface="Archivo"/>
            </a:endParaRPr>
          </a:p>
          <a:p>
            <a:pPr marL="0" lvl="0" indent="0" algn="l" rtl="0">
              <a:lnSpc>
                <a:spcPct val="115000"/>
              </a:lnSpc>
              <a:spcBef>
                <a:spcPts val="0"/>
              </a:spcBef>
              <a:spcAft>
                <a:spcPts val="0"/>
              </a:spcAft>
              <a:buSzPts val="935"/>
              <a:buNone/>
            </a:pPr>
            <a:endParaRPr sz="2410">
              <a:solidFill>
                <a:schemeClr val="dk1"/>
              </a:solidFill>
              <a:latin typeface="Archivo"/>
              <a:ea typeface="Archivo"/>
              <a:cs typeface="Archivo"/>
              <a:sym typeface="Archiv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9"/>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719</Words>
  <Application>Microsoft Office PowerPoint</Application>
  <PresentationFormat>Custom</PresentationFormat>
  <Paragraphs>153</Paragraphs>
  <Slides>41</Slides>
  <Notes>41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Public Sans</vt:lpstr>
      <vt:lpstr>Archivo</vt:lpstr>
      <vt:lpstr>Public Sans Light</vt:lpstr>
      <vt:lpstr>Archivo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juani vila bach</cp:lastModifiedBy>
  <cp:revision>1</cp:revision>
  <dcterms:modified xsi:type="dcterms:W3CDTF">2025-12-11T17:08:30Z</dcterms:modified>
</cp:coreProperties>
</file>